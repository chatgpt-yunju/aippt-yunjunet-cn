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2.svg" ContentType="image/svg+xml"/>
  <Override PartName="/ppt/media/image18.svg" ContentType="image/svg+xml"/>
  <Override PartName="/ppt/media/image21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20"/>
  </p:notesMasterIdLst>
  <p:handoutMasterIdLst>
    <p:handoutMasterId r:id="rId21"/>
  </p:handoutMasterIdLst>
  <p:sldIdLst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73" r:id="rId16"/>
    <p:sldId id="269" r:id="rId17"/>
    <p:sldId id="270" r:id="rId18"/>
    <p:sldId id="271" r:id="rId1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4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slideLayout" Target="../slideLayouts/slideLayout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4" Type="http://schemas.openxmlformats.org/officeDocument/2006/relationships/slideLayout" Target="../slideLayouts/slideLayout17.xml"/><Relationship Id="rId43" Type="http://schemas.openxmlformats.org/officeDocument/2006/relationships/tags" Target="../tags/tag59.xml"/><Relationship Id="rId42" Type="http://schemas.openxmlformats.org/officeDocument/2006/relationships/tags" Target="../tags/tag58.xml"/><Relationship Id="rId41" Type="http://schemas.openxmlformats.org/officeDocument/2006/relationships/tags" Target="../tags/tag57.xml"/><Relationship Id="rId40" Type="http://schemas.openxmlformats.org/officeDocument/2006/relationships/tags" Target="../tags/tag56.xml"/><Relationship Id="rId4" Type="http://schemas.openxmlformats.org/officeDocument/2006/relationships/tags" Target="../tags/tag20.xml"/><Relationship Id="rId39" Type="http://schemas.openxmlformats.org/officeDocument/2006/relationships/tags" Target="../tags/tag55.xml"/><Relationship Id="rId38" Type="http://schemas.openxmlformats.org/officeDocument/2006/relationships/tags" Target="../tags/tag54.xml"/><Relationship Id="rId37" Type="http://schemas.openxmlformats.org/officeDocument/2006/relationships/tags" Target="../tags/tag53.xml"/><Relationship Id="rId36" Type="http://schemas.openxmlformats.org/officeDocument/2006/relationships/tags" Target="../tags/tag52.xml"/><Relationship Id="rId35" Type="http://schemas.openxmlformats.org/officeDocument/2006/relationships/tags" Target="../tags/tag51.xml"/><Relationship Id="rId34" Type="http://schemas.openxmlformats.org/officeDocument/2006/relationships/tags" Target="../tags/tag50.xml"/><Relationship Id="rId33" Type="http://schemas.openxmlformats.org/officeDocument/2006/relationships/tags" Target="../tags/tag49.xml"/><Relationship Id="rId32" Type="http://schemas.openxmlformats.org/officeDocument/2006/relationships/tags" Target="../tags/tag48.xml"/><Relationship Id="rId31" Type="http://schemas.openxmlformats.org/officeDocument/2006/relationships/tags" Target="../tags/tag47.xml"/><Relationship Id="rId30" Type="http://schemas.openxmlformats.org/officeDocument/2006/relationships/tags" Target="../tags/tag46.xml"/><Relationship Id="rId3" Type="http://schemas.openxmlformats.org/officeDocument/2006/relationships/tags" Target="../tags/tag19.xml"/><Relationship Id="rId29" Type="http://schemas.openxmlformats.org/officeDocument/2006/relationships/tags" Target="../tags/tag45.xml"/><Relationship Id="rId28" Type="http://schemas.openxmlformats.org/officeDocument/2006/relationships/tags" Target="../tags/tag44.xml"/><Relationship Id="rId27" Type="http://schemas.openxmlformats.org/officeDocument/2006/relationships/tags" Target="../tags/tag43.xml"/><Relationship Id="rId26" Type="http://schemas.openxmlformats.org/officeDocument/2006/relationships/tags" Target="../tags/tag42.xml"/><Relationship Id="rId25" Type="http://schemas.openxmlformats.org/officeDocument/2006/relationships/tags" Target="../tags/tag41.xml"/><Relationship Id="rId24" Type="http://schemas.openxmlformats.org/officeDocument/2006/relationships/tags" Target="../tags/tag40.xml"/><Relationship Id="rId23" Type="http://schemas.openxmlformats.org/officeDocument/2006/relationships/tags" Target="../tags/tag39.xml"/><Relationship Id="rId22" Type="http://schemas.openxmlformats.org/officeDocument/2006/relationships/tags" Target="../tags/tag38.xml"/><Relationship Id="rId21" Type="http://schemas.openxmlformats.org/officeDocument/2006/relationships/tags" Target="../tags/tag37.xml"/><Relationship Id="rId20" Type="http://schemas.openxmlformats.org/officeDocument/2006/relationships/tags" Target="../tags/tag36.xml"/><Relationship Id="rId2" Type="http://schemas.openxmlformats.org/officeDocument/2006/relationships/tags" Target="../tags/tag18.xml"/><Relationship Id="rId19" Type="http://schemas.openxmlformats.org/officeDocument/2006/relationships/tags" Target="../tags/tag35.xml"/><Relationship Id="rId18" Type="http://schemas.openxmlformats.org/officeDocument/2006/relationships/tags" Target="../tags/tag34.xml"/><Relationship Id="rId17" Type="http://schemas.openxmlformats.org/officeDocument/2006/relationships/tags" Target="../tags/tag33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8" Type="http://schemas.openxmlformats.org/officeDocument/2006/relationships/slideLayout" Target="../slideLayouts/slideLayout17.xml"/><Relationship Id="rId47" Type="http://schemas.openxmlformats.org/officeDocument/2006/relationships/tags" Target="../tags/tag97.xml"/><Relationship Id="rId46" Type="http://schemas.openxmlformats.org/officeDocument/2006/relationships/image" Target="../media/image9.svg"/><Relationship Id="rId45" Type="http://schemas.openxmlformats.org/officeDocument/2006/relationships/image" Target="../media/image8.png"/><Relationship Id="rId44" Type="http://schemas.openxmlformats.org/officeDocument/2006/relationships/tags" Target="../tags/tag96.xml"/><Relationship Id="rId43" Type="http://schemas.openxmlformats.org/officeDocument/2006/relationships/tags" Target="../tags/tag95.xml"/><Relationship Id="rId42" Type="http://schemas.openxmlformats.org/officeDocument/2006/relationships/tags" Target="../tags/tag94.xml"/><Relationship Id="rId41" Type="http://schemas.openxmlformats.org/officeDocument/2006/relationships/image" Target="../media/image7.svg"/><Relationship Id="rId40" Type="http://schemas.openxmlformats.org/officeDocument/2006/relationships/image" Target="../media/image6.png"/><Relationship Id="rId4" Type="http://schemas.openxmlformats.org/officeDocument/2006/relationships/tags" Target="../tags/tag63.xml"/><Relationship Id="rId39" Type="http://schemas.openxmlformats.org/officeDocument/2006/relationships/tags" Target="../tags/tag93.xml"/><Relationship Id="rId38" Type="http://schemas.openxmlformats.org/officeDocument/2006/relationships/tags" Target="../tags/tag92.xml"/><Relationship Id="rId37" Type="http://schemas.openxmlformats.org/officeDocument/2006/relationships/tags" Target="../tags/tag91.xml"/><Relationship Id="rId36" Type="http://schemas.openxmlformats.org/officeDocument/2006/relationships/image" Target="../media/image5.svg"/><Relationship Id="rId35" Type="http://schemas.openxmlformats.org/officeDocument/2006/relationships/image" Target="../media/image4.png"/><Relationship Id="rId34" Type="http://schemas.openxmlformats.org/officeDocument/2006/relationships/tags" Target="../tags/tag90.xml"/><Relationship Id="rId33" Type="http://schemas.openxmlformats.org/officeDocument/2006/relationships/tags" Target="../tags/tag89.xml"/><Relationship Id="rId32" Type="http://schemas.openxmlformats.org/officeDocument/2006/relationships/tags" Target="../tags/tag88.xml"/><Relationship Id="rId31" Type="http://schemas.openxmlformats.org/officeDocument/2006/relationships/image" Target="../media/image3.svg"/><Relationship Id="rId30" Type="http://schemas.openxmlformats.org/officeDocument/2006/relationships/image" Target="../media/image2.png"/><Relationship Id="rId3" Type="http://schemas.openxmlformats.org/officeDocument/2006/relationships/tags" Target="../tags/tag62.xml"/><Relationship Id="rId29" Type="http://schemas.openxmlformats.org/officeDocument/2006/relationships/tags" Target="../tags/tag87.xml"/><Relationship Id="rId28" Type="http://schemas.openxmlformats.org/officeDocument/2006/relationships/tags" Target="../tags/tag86.xml"/><Relationship Id="rId27" Type="http://schemas.openxmlformats.org/officeDocument/2006/relationships/image" Target="../media/image1.png"/><Relationship Id="rId26" Type="http://schemas.openxmlformats.org/officeDocument/2006/relationships/tags" Target="../tags/tag85.xml"/><Relationship Id="rId25" Type="http://schemas.openxmlformats.org/officeDocument/2006/relationships/tags" Target="../tags/tag84.xml"/><Relationship Id="rId24" Type="http://schemas.openxmlformats.org/officeDocument/2006/relationships/tags" Target="../tags/tag83.xml"/><Relationship Id="rId23" Type="http://schemas.openxmlformats.org/officeDocument/2006/relationships/tags" Target="../tags/tag82.xml"/><Relationship Id="rId22" Type="http://schemas.openxmlformats.org/officeDocument/2006/relationships/tags" Target="../tags/tag81.xml"/><Relationship Id="rId21" Type="http://schemas.openxmlformats.org/officeDocument/2006/relationships/tags" Target="../tags/tag80.xml"/><Relationship Id="rId20" Type="http://schemas.openxmlformats.org/officeDocument/2006/relationships/tags" Target="../tags/tag79.xml"/><Relationship Id="rId2" Type="http://schemas.openxmlformats.org/officeDocument/2006/relationships/tags" Target="../tags/tag61.xml"/><Relationship Id="rId19" Type="http://schemas.openxmlformats.org/officeDocument/2006/relationships/tags" Target="../tags/tag78.xml"/><Relationship Id="rId18" Type="http://schemas.openxmlformats.org/officeDocument/2006/relationships/tags" Target="../tags/tag77.xml"/><Relationship Id="rId17" Type="http://schemas.openxmlformats.org/officeDocument/2006/relationships/tags" Target="../tags/tag76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tags" Target="../tags/tag6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1" Type="http://schemas.openxmlformats.org/officeDocument/2006/relationships/slideLayout" Target="../slideLayouts/slideLayout17.xml"/><Relationship Id="rId40" Type="http://schemas.openxmlformats.org/officeDocument/2006/relationships/image" Target="../media/image10.png"/><Relationship Id="rId4" Type="http://schemas.openxmlformats.org/officeDocument/2006/relationships/tags" Target="../tags/tag101.xml"/><Relationship Id="rId39" Type="http://schemas.openxmlformats.org/officeDocument/2006/relationships/tags" Target="../tags/tag136.xml"/><Relationship Id="rId38" Type="http://schemas.openxmlformats.org/officeDocument/2006/relationships/tags" Target="../tags/tag135.xml"/><Relationship Id="rId37" Type="http://schemas.openxmlformats.org/officeDocument/2006/relationships/tags" Target="../tags/tag134.xml"/><Relationship Id="rId36" Type="http://schemas.openxmlformats.org/officeDocument/2006/relationships/tags" Target="../tags/tag133.xml"/><Relationship Id="rId35" Type="http://schemas.openxmlformats.org/officeDocument/2006/relationships/tags" Target="../tags/tag132.xml"/><Relationship Id="rId34" Type="http://schemas.openxmlformats.org/officeDocument/2006/relationships/tags" Target="../tags/tag131.xml"/><Relationship Id="rId33" Type="http://schemas.openxmlformats.org/officeDocument/2006/relationships/tags" Target="../tags/tag130.xml"/><Relationship Id="rId32" Type="http://schemas.openxmlformats.org/officeDocument/2006/relationships/tags" Target="../tags/tag129.xml"/><Relationship Id="rId31" Type="http://schemas.openxmlformats.org/officeDocument/2006/relationships/tags" Target="../tags/tag128.xml"/><Relationship Id="rId30" Type="http://schemas.openxmlformats.org/officeDocument/2006/relationships/tags" Target="../tags/tag127.xml"/><Relationship Id="rId3" Type="http://schemas.openxmlformats.org/officeDocument/2006/relationships/tags" Target="../tags/tag100.xml"/><Relationship Id="rId29" Type="http://schemas.openxmlformats.org/officeDocument/2006/relationships/tags" Target="../tags/tag126.xml"/><Relationship Id="rId28" Type="http://schemas.openxmlformats.org/officeDocument/2006/relationships/tags" Target="../tags/tag125.xml"/><Relationship Id="rId27" Type="http://schemas.openxmlformats.org/officeDocument/2006/relationships/tags" Target="../tags/tag124.xml"/><Relationship Id="rId26" Type="http://schemas.openxmlformats.org/officeDocument/2006/relationships/tags" Target="../tags/tag123.xml"/><Relationship Id="rId25" Type="http://schemas.openxmlformats.org/officeDocument/2006/relationships/tags" Target="../tags/tag122.xml"/><Relationship Id="rId24" Type="http://schemas.openxmlformats.org/officeDocument/2006/relationships/tags" Target="../tags/tag121.xml"/><Relationship Id="rId23" Type="http://schemas.openxmlformats.org/officeDocument/2006/relationships/tags" Target="../tags/tag120.xml"/><Relationship Id="rId22" Type="http://schemas.openxmlformats.org/officeDocument/2006/relationships/tags" Target="../tags/tag119.xml"/><Relationship Id="rId21" Type="http://schemas.openxmlformats.org/officeDocument/2006/relationships/tags" Target="../tags/tag118.xml"/><Relationship Id="rId20" Type="http://schemas.openxmlformats.org/officeDocument/2006/relationships/tags" Target="../tags/tag117.xml"/><Relationship Id="rId2" Type="http://schemas.openxmlformats.org/officeDocument/2006/relationships/tags" Target="../tags/tag99.xml"/><Relationship Id="rId19" Type="http://schemas.openxmlformats.org/officeDocument/2006/relationships/tags" Target="../tags/tag116.xml"/><Relationship Id="rId18" Type="http://schemas.openxmlformats.org/officeDocument/2006/relationships/tags" Target="../tags/tag115.xml"/><Relationship Id="rId17" Type="http://schemas.openxmlformats.org/officeDocument/2006/relationships/tags" Target="../tags/tag114.xml"/><Relationship Id="rId16" Type="http://schemas.openxmlformats.org/officeDocument/2006/relationships/tags" Target="../tags/tag113.xml"/><Relationship Id="rId15" Type="http://schemas.openxmlformats.org/officeDocument/2006/relationships/tags" Target="../tags/tag112.xml"/><Relationship Id="rId14" Type="http://schemas.openxmlformats.org/officeDocument/2006/relationships/tags" Target="../tags/tag111.xml"/><Relationship Id="rId13" Type="http://schemas.openxmlformats.org/officeDocument/2006/relationships/tags" Target="../tags/tag110.xml"/><Relationship Id="rId12" Type="http://schemas.openxmlformats.org/officeDocument/2006/relationships/tags" Target="../tags/tag109.xml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tags" Target="../tags/tag98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43.xml"/><Relationship Id="rId8" Type="http://schemas.openxmlformats.org/officeDocument/2006/relationships/tags" Target="../tags/tag142.xml"/><Relationship Id="rId7" Type="http://schemas.openxmlformats.org/officeDocument/2006/relationships/tags" Target="../tags/tag141.xml"/><Relationship Id="rId6" Type="http://schemas.openxmlformats.org/officeDocument/2006/relationships/tags" Target="../tags/tag140.xml"/><Relationship Id="rId5" Type="http://schemas.openxmlformats.org/officeDocument/2006/relationships/image" Target="../media/image12.svg"/><Relationship Id="rId45" Type="http://schemas.openxmlformats.org/officeDocument/2006/relationships/slideLayout" Target="../slideLayouts/slideLayout17.xml"/><Relationship Id="rId44" Type="http://schemas.openxmlformats.org/officeDocument/2006/relationships/image" Target="../media/image13.png"/><Relationship Id="rId43" Type="http://schemas.openxmlformats.org/officeDocument/2006/relationships/tags" Target="../tags/tag177.xml"/><Relationship Id="rId42" Type="http://schemas.openxmlformats.org/officeDocument/2006/relationships/tags" Target="../tags/tag176.xml"/><Relationship Id="rId41" Type="http://schemas.openxmlformats.org/officeDocument/2006/relationships/tags" Target="../tags/tag175.xml"/><Relationship Id="rId40" Type="http://schemas.openxmlformats.org/officeDocument/2006/relationships/tags" Target="../tags/tag174.xml"/><Relationship Id="rId4" Type="http://schemas.openxmlformats.org/officeDocument/2006/relationships/image" Target="../media/image11.png"/><Relationship Id="rId39" Type="http://schemas.openxmlformats.org/officeDocument/2006/relationships/tags" Target="../tags/tag173.xml"/><Relationship Id="rId38" Type="http://schemas.openxmlformats.org/officeDocument/2006/relationships/tags" Target="../tags/tag172.xml"/><Relationship Id="rId37" Type="http://schemas.openxmlformats.org/officeDocument/2006/relationships/tags" Target="../tags/tag171.xml"/><Relationship Id="rId36" Type="http://schemas.openxmlformats.org/officeDocument/2006/relationships/tags" Target="../tags/tag170.xml"/><Relationship Id="rId35" Type="http://schemas.openxmlformats.org/officeDocument/2006/relationships/tags" Target="../tags/tag169.xml"/><Relationship Id="rId34" Type="http://schemas.openxmlformats.org/officeDocument/2006/relationships/tags" Target="../tags/tag168.xml"/><Relationship Id="rId33" Type="http://schemas.openxmlformats.org/officeDocument/2006/relationships/tags" Target="../tags/tag167.xml"/><Relationship Id="rId32" Type="http://schemas.openxmlformats.org/officeDocument/2006/relationships/tags" Target="../tags/tag166.xml"/><Relationship Id="rId31" Type="http://schemas.openxmlformats.org/officeDocument/2006/relationships/tags" Target="../tags/tag165.xml"/><Relationship Id="rId30" Type="http://schemas.openxmlformats.org/officeDocument/2006/relationships/tags" Target="../tags/tag164.xml"/><Relationship Id="rId3" Type="http://schemas.openxmlformats.org/officeDocument/2006/relationships/tags" Target="../tags/tag139.xml"/><Relationship Id="rId29" Type="http://schemas.openxmlformats.org/officeDocument/2006/relationships/tags" Target="../tags/tag163.xml"/><Relationship Id="rId28" Type="http://schemas.openxmlformats.org/officeDocument/2006/relationships/tags" Target="../tags/tag162.xml"/><Relationship Id="rId27" Type="http://schemas.openxmlformats.org/officeDocument/2006/relationships/tags" Target="../tags/tag161.xml"/><Relationship Id="rId26" Type="http://schemas.openxmlformats.org/officeDocument/2006/relationships/tags" Target="../tags/tag160.xml"/><Relationship Id="rId25" Type="http://schemas.openxmlformats.org/officeDocument/2006/relationships/tags" Target="../tags/tag159.xml"/><Relationship Id="rId24" Type="http://schemas.openxmlformats.org/officeDocument/2006/relationships/tags" Target="../tags/tag158.xml"/><Relationship Id="rId23" Type="http://schemas.openxmlformats.org/officeDocument/2006/relationships/tags" Target="../tags/tag157.xml"/><Relationship Id="rId22" Type="http://schemas.openxmlformats.org/officeDocument/2006/relationships/tags" Target="../tags/tag156.xml"/><Relationship Id="rId21" Type="http://schemas.openxmlformats.org/officeDocument/2006/relationships/tags" Target="../tags/tag155.xml"/><Relationship Id="rId20" Type="http://schemas.openxmlformats.org/officeDocument/2006/relationships/tags" Target="../tags/tag154.xml"/><Relationship Id="rId2" Type="http://schemas.openxmlformats.org/officeDocument/2006/relationships/tags" Target="../tags/tag138.xml"/><Relationship Id="rId19" Type="http://schemas.openxmlformats.org/officeDocument/2006/relationships/tags" Target="../tags/tag153.xml"/><Relationship Id="rId18" Type="http://schemas.openxmlformats.org/officeDocument/2006/relationships/tags" Target="../tags/tag152.xml"/><Relationship Id="rId17" Type="http://schemas.openxmlformats.org/officeDocument/2006/relationships/tags" Target="../tags/tag151.xml"/><Relationship Id="rId16" Type="http://schemas.openxmlformats.org/officeDocument/2006/relationships/tags" Target="../tags/tag150.xml"/><Relationship Id="rId15" Type="http://schemas.openxmlformats.org/officeDocument/2006/relationships/tags" Target="../tags/tag149.xml"/><Relationship Id="rId14" Type="http://schemas.openxmlformats.org/officeDocument/2006/relationships/tags" Target="../tags/tag148.xml"/><Relationship Id="rId13" Type="http://schemas.openxmlformats.org/officeDocument/2006/relationships/tags" Target="../tags/tag147.xml"/><Relationship Id="rId12" Type="http://schemas.openxmlformats.org/officeDocument/2006/relationships/tags" Target="../tags/tag146.xml"/><Relationship Id="rId11" Type="http://schemas.openxmlformats.org/officeDocument/2006/relationships/tags" Target="../tags/tag145.xml"/><Relationship Id="rId10" Type="http://schemas.openxmlformats.org/officeDocument/2006/relationships/tags" Target="../tags/tag144.xml"/><Relationship Id="rId1" Type="http://schemas.openxmlformats.org/officeDocument/2006/relationships/tags" Target="../tags/tag137.xml"/></Relationships>
</file>

<file path=ppt/slides/_rels/slide6.xml.rels><?xml version="1.0" encoding="UTF-8" standalone="yes"?>
<Relationships xmlns="http://schemas.openxmlformats.org/package/2006/relationships"><Relationship Id="rId99" Type="http://schemas.openxmlformats.org/officeDocument/2006/relationships/tags" Target="../tags/tag276.xml"/><Relationship Id="rId98" Type="http://schemas.openxmlformats.org/officeDocument/2006/relationships/tags" Target="../tags/tag275.xml"/><Relationship Id="rId97" Type="http://schemas.openxmlformats.org/officeDocument/2006/relationships/tags" Target="../tags/tag274.xml"/><Relationship Id="rId96" Type="http://schemas.openxmlformats.org/officeDocument/2006/relationships/tags" Target="../tags/tag273.xml"/><Relationship Id="rId95" Type="http://schemas.openxmlformats.org/officeDocument/2006/relationships/tags" Target="../tags/tag272.xml"/><Relationship Id="rId94" Type="http://schemas.openxmlformats.org/officeDocument/2006/relationships/tags" Target="../tags/tag271.xml"/><Relationship Id="rId93" Type="http://schemas.openxmlformats.org/officeDocument/2006/relationships/tags" Target="../tags/tag270.xml"/><Relationship Id="rId92" Type="http://schemas.openxmlformats.org/officeDocument/2006/relationships/tags" Target="../tags/tag269.xml"/><Relationship Id="rId91" Type="http://schemas.openxmlformats.org/officeDocument/2006/relationships/tags" Target="../tags/tag268.xml"/><Relationship Id="rId90" Type="http://schemas.openxmlformats.org/officeDocument/2006/relationships/tags" Target="../tags/tag267.xml"/><Relationship Id="rId9" Type="http://schemas.openxmlformats.org/officeDocument/2006/relationships/tags" Target="../tags/tag186.xml"/><Relationship Id="rId89" Type="http://schemas.openxmlformats.org/officeDocument/2006/relationships/tags" Target="../tags/tag266.xml"/><Relationship Id="rId88" Type="http://schemas.openxmlformats.org/officeDocument/2006/relationships/tags" Target="../tags/tag265.xml"/><Relationship Id="rId87" Type="http://schemas.openxmlformats.org/officeDocument/2006/relationships/tags" Target="../tags/tag264.xml"/><Relationship Id="rId86" Type="http://schemas.openxmlformats.org/officeDocument/2006/relationships/tags" Target="../tags/tag263.xml"/><Relationship Id="rId85" Type="http://schemas.openxmlformats.org/officeDocument/2006/relationships/tags" Target="../tags/tag262.xml"/><Relationship Id="rId84" Type="http://schemas.openxmlformats.org/officeDocument/2006/relationships/tags" Target="../tags/tag261.xml"/><Relationship Id="rId83" Type="http://schemas.openxmlformats.org/officeDocument/2006/relationships/tags" Target="../tags/tag260.xml"/><Relationship Id="rId82" Type="http://schemas.openxmlformats.org/officeDocument/2006/relationships/tags" Target="../tags/tag259.xml"/><Relationship Id="rId81" Type="http://schemas.openxmlformats.org/officeDocument/2006/relationships/tags" Target="../tags/tag258.xml"/><Relationship Id="rId80" Type="http://schemas.openxmlformats.org/officeDocument/2006/relationships/tags" Target="../tags/tag257.xml"/><Relationship Id="rId8" Type="http://schemas.openxmlformats.org/officeDocument/2006/relationships/tags" Target="../tags/tag185.xml"/><Relationship Id="rId79" Type="http://schemas.openxmlformats.org/officeDocument/2006/relationships/tags" Target="../tags/tag256.xml"/><Relationship Id="rId78" Type="http://schemas.openxmlformats.org/officeDocument/2006/relationships/tags" Target="../tags/tag255.xml"/><Relationship Id="rId77" Type="http://schemas.openxmlformats.org/officeDocument/2006/relationships/tags" Target="../tags/tag254.xml"/><Relationship Id="rId76" Type="http://schemas.openxmlformats.org/officeDocument/2006/relationships/tags" Target="../tags/tag253.xml"/><Relationship Id="rId75" Type="http://schemas.openxmlformats.org/officeDocument/2006/relationships/tags" Target="../tags/tag252.xml"/><Relationship Id="rId74" Type="http://schemas.openxmlformats.org/officeDocument/2006/relationships/tags" Target="../tags/tag251.xml"/><Relationship Id="rId73" Type="http://schemas.openxmlformats.org/officeDocument/2006/relationships/tags" Target="../tags/tag250.xml"/><Relationship Id="rId72" Type="http://schemas.openxmlformats.org/officeDocument/2006/relationships/tags" Target="../tags/tag249.xml"/><Relationship Id="rId71" Type="http://schemas.openxmlformats.org/officeDocument/2006/relationships/tags" Target="../tags/tag248.xml"/><Relationship Id="rId70" Type="http://schemas.openxmlformats.org/officeDocument/2006/relationships/tags" Target="../tags/tag247.xml"/><Relationship Id="rId7" Type="http://schemas.openxmlformats.org/officeDocument/2006/relationships/tags" Target="../tags/tag184.xml"/><Relationship Id="rId69" Type="http://schemas.openxmlformats.org/officeDocument/2006/relationships/tags" Target="../tags/tag246.xml"/><Relationship Id="rId68" Type="http://schemas.openxmlformats.org/officeDocument/2006/relationships/tags" Target="../tags/tag245.xml"/><Relationship Id="rId67" Type="http://schemas.openxmlformats.org/officeDocument/2006/relationships/tags" Target="../tags/tag244.xml"/><Relationship Id="rId66" Type="http://schemas.openxmlformats.org/officeDocument/2006/relationships/tags" Target="../tags/tag243.xml"/><Relationship Id="rId65" Type="http://schemas.openxmlformats.org/officeDocument/2006/relationships/tags" Target="../tags/tag242.xml"/><Relationship Id="rId64" Type="http://schemas.openxmlformats.org/officeDocument/2006/relationships/tags" Target="../tags/tag241.xml"/><Relationship Id="rId63" Type="http://schemas.openxmlformats.org/officeDocument/2006/relationships/tags" Target="../tags/tag240.xml"/><Relationship Id="rId62" Type="http://schemas.openxmlformats.org/officeDocument/2006/relationships/tags" Target="../tags/tag239.xml"/><Relationship Id="rId61" Type="http://schemas.openxmlformats.org/officeDocument/2006/relationships/tags" Target="../tags/tag238.xml"/><Relationship Id="rId60" Type="http://schemas.openxmlformats.org/officeDocument/2006/relationships/tags" Target="../tags/tag237.xml"/><Relationship Id="rId6" Type="http://schemas.openxmlformats.org/officeDocument/2006/relationships/tags" Target="../tags/tag183.xml"/><Relationship Id="rId59" Type="http://schemas.openxmlformats.org/officeDocument/2006/relationships/tags" Target="../tags/tag236.xml"/><Relationship Id="rId58" Type="http://schemas.openxmlformats.org/officeDocument/2006/relationships/tags" Target="../tags/tag235.xml"/><Relationship Id="rId57" Type="http://schemas.openxmlformats.org/officeDocument/2006/relationships/tags" Target="../tags/tag234.xml"/><Relationship Id="rId56" Type="http://schemas.openxmlformats.org/officeDocument/2006/relationships/tags" Target="../tags/tag233.xml"/><Relationship Id="rId55" Type="http://schemas.openxmlformats.org/officeDocument/2006/relationships/tags" Target="../tags/tag232.xml"/><Relationship Id="rId54" Type="http://schemas.openxmlformats.org/officeDocument/2006/relationships/tags" Target="../tags/tag231.xml"/><Relationship Id="rId53" Type="http://schemas.openxmlformats.org/officeDocument/2006/relationships/tags" Target="../tags/tag230.xml"/><Relationship Id="rId52" Type="http://schemas.openxmlformats.org/officeDocument/2006/relationships/tags" Target="../tags/tag229.xml"/><Relationship Id="rId51" Type="http://schemas.openxmlformats.org/officeDocument/2006/relationships/tags" Target="../tags/tag228.xml"/><Relationship Id="rId50" Type="http://schemas.openxmlformats.org/officeDocument/2006/relationships/tags" Target="../tags/tag227.xml"/><Relationship Id="rId5" Type="http://schemas.openxmlformats.org/officeDocument/2006/relationships/tags" Target="../tags/tag182.xml"/><Relationship Id="rId49" Type="http://schemas.openxmlformats.org/officeDocument/2006/relationships/tags" Target="../tags/tag226.xml"/><Relationship Id="rId48" Type="http://schemas.openxmlformats.org/officeDocument/2006/relationships/tags" Target="../tags/tag225.xml"/><Relationship Id="rId47" Type="http://schemas.openxmlformats.org/officeDocument/2006/relationships/tags" Target="../tags/tag224.xml"/><Relationship Id="rId46" Type="http://schemas.openxmlformats.org/officeDocument/2006/relationships/tags" Target="../tags/tag223.xml"/><Relationship Id="rId45" Type="http://schemas.openxmlformats.org/officeDocument/2006/relationships/tags" Target="../tags/tag222.xml"/><Relationship Id="rId44" Type="http://schemas.openxmlformats.org/officeDocument/2006/relationships/tags" Target="../tags/tag221.xml"/><Relationship Id="rId43" Type="http://schemas.openxmlformats.org/officeDocument/2006/relationships/tags" Target="../tags/tag220.xml"/><Relationship Id="rId42" Type="http://schemas.openxmlformats.org/officeDocument/2006/relationships/tags" Target="../tags/tag219.xml"/><Relationship Id="rId41" Type="http://schemas.openxmlformats.org/officeDocument/2006/relationships/tags" Target="../tags/tag218.xml"/><Relationship Id="rId40" Type="http://schemas.openxmlformats.org/officeDocument/2006/relationships/tags" Target="../tags/tag217.xml"/><Relationship Id="rId4" Type="http://schemas.openxmlformats.org/officeDocument/2006/relationships/tags" Target="../tags/tag181.xml"/><Relationship Id="rId39" Type="http://schemas.openxmlformats.org/officeDocument/2006/relationships/tags" Target="../tags/tag216.xml"/><Relationship Id="rId38" Type="http://schemas.openxmlformats.org/officeDocument/2006/relationships/tags" Target="../tags/tag215.xml"/><Relationship Id="rId37" Type="http://schemas.openxmlformats.org/officeDocument/2006/relationships/tags" Target="../tags/tag214.xml"/><Relationship Id="rId36" Type="http://schemas.openxmlformats.org/officeDocument/2006/relationships/tags" Target="../tags/tag213.xml"/><Relationship Id="rId35" Type="http://schemas.openxmlformats.org/officeDocument/2006/relationships/tags" Target="../tags/tag212.xml"/><Relationship Id="rId34" Type="http://schemas.openxmlformats.org/officeDocument/2006/relationships/tags" Target="../tags/tag211.xml"/><Relationship Id="rId33" Type="http://schemas.openxmlformats.org/officeDocument/2006/relationships/tags" Target="../tags/tag210.xml"/><Relationship Id="rId32" Type="http://schemas.openxmlformats.org/officeDocument/2006/relationships/tags" Target="../tags/tag209.xml"/><Relationship Id="rId31" Type="http://schemas.openxmlformats.org/officeDocument/2006/relationships/tags" Target="../tags/tag208.xml"/><Relationship Id="rId30" Type="http://schemas.openxmlformats.org/officeDocument/2006/relationships/tags" Target="../tags/tag207.xml"/><Relationship Id="rId3" Type="http://schemas.openxmlformats.org/officeDocument/2006/relationships/tags" Target="../tags/tag180.xml"/><Relationship Id="rId29" Type="http://schemas.openxmlformats.org/officeDocument/2006/relationships/tags" Target="../tags/tag206.xml"/><Relationship Id="rId28" Type="http://schemas.openxmlformats.org/officeDocument/2006/relationships/tags" Target="../tags/tag205.xml"/><Relationship Id="rId27" Type="http://schemas.openxmlformats.org/officeDocument/2006/relationships/tags" Target="../tags/tag204.xml"/><Relationship Id="rId26" Type="http://schemas.openxmlformats.org/officeDocument/2006/relationships/tags" Target="../tags/tag203.xml"/><Relationship Id="rId25" Type="http://schemas.openxmlformats.org/officeDocument/2006/relationships/tags" Target="../tags/tag202.xml"/><Relationship Id="rId24" Type="http://schemas.openxmlformats.org/officeDocument/2006/relationships/tags" Target="../tags/tag201.xml"/><Relationship Id="rId23" Type="http://schemas.openxmlformats.org/officeDocument/2006/relationships/tags" Target="../tags/tag200.xml"/><Relationship Id="rId22" Type="http://schemas.openxmlformats.org/officeDocument/2006/relationships/tags" Target="../tags/tag199.xml"/><Relationship Id="rId21" Type="http://schemas.openxmlformats.org/officeDocument/2006/relationships/tags" Target="../tags/tag198.xml"/><Relationship Id="rId20" Type="http://schemas.openxmlformats.org/officeDocument/2006/relationships/tags" Target="../tags/tag197.xml"/><Relationship Id="rId2" Type="http://schemas.openxmlformats.org/officeDocument/2006/relationships/tags" Target="../tags/tag179.xml"/><Relationship Id="rId19" Type="http://schemas.openxmlformats.org/officeDocument/2006/relationships/tags" Target="../tags/tag196.xml"/><Relationship Id="rId18" Type="http://schemas.openxmlformats.org/officeDocument/2006/relationships/tags" Target="../tags/tag195.xml"/><Relationship Id="rId17" Type="http://schemas.openxmlformats.org/officeDocument/2006/relationships/tags" Target="../tags/tag194.xml"/><Relationship Id="rId16" Type="http://schemas.openxmlformats.org/officeDocument/2006/relationships/tags" Target="../tags/tag193.xml"/><Relationship Id="rId15" Type="http://schemas.openxmlformats.org/officeDocument/2006/relationships/tags" Target="../tags/tag192.xml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4" Type="http://schemas.openxmlformats.org/officeDocument/2006/relationships/slideLayout" Target="../slideLayouts/slideLayout17.xml"/><Relationship Id="rId123" Type="http://schemas.openxmlformats.org/officeDocument/2006/relationships/tags" Target="../tags/tag300.xml"/><Relationship Id="rId122" Type="http://schemas.openxmlformats.org/officeDocument/2006/relationships/tags" Target="../tags/tag299.xml"/><Relationship Id="rId121" Type="http://schemas.openxmlformats.org/officeDocument/2006/relationships/tags" Target="../tags/tag298.xml"/><Relationship Id="rId120" Type="http://schemas.openxmlformats.org/officeDocument/2006/relationships/tags" Target="../tags/tag297.xml"/><Relationship Id="rId12" Type="http://schemas.openxmlformats.org/officeDocument/2006/relationships/tags" Target="../tags/tag189.xml"/><Relationship Id="rId119" Type="http://schemas.openxmlformats.org/officeDocument/2006/relationships/tags" Target="../tags/tag296.xml"/><Relationship Id="rId118" Type="http://schemas.openxmlformats.org/officeDocument/2006/relationships/tags" Target="../tags/tag295.xml"/><Relationship Id="rId117" Type="http://schemas.openxmlformats.org/officeDocument/2006/relationships/tags" Target="../tags/tag294.xml"/><Relationship Id="rId116" Type="http://schemas.openxmlformats.org/officeDocument/2006/relationships/tags" Target="../tags/tag293.xml"/><Relationship Id="rId115" Type="http://schemas.openxmlformats.org/officeDocument/2006/relationships/tags" Target="../tags/tag292.xml"/><Relationship Id="rId114" Type="http://schemas.openxmlformats.org/officeDocument/2006/relationships/tags" Target="../tags/tag291.xml"/><Relationship Id="rId113" Type="http://schemas.openxmlformats.org/officeDocument/2006/relationships/tags" Target="../tags/tag290.xml"/><Relationship Id="rId112" Type="http://schemas.openxmlformats.org/officeDocument/2006/relationships/tags" Target="../tags/tag289.xml"/><Relationship Id="rId111" Type="http://schemas.openxmlformats.org/officeDocument/2006/relationships/tags" Target="../tags/tag288.xml"/><Relationship Id="rId110" Type="http://schemas.openxmlformats.org/officeDocument/2006/relationships/tags" Target="../tags/tag287.xml"/><Relationship Id="rId11" Type="http://schemas.openxmlformats.org/officeDocument/2006/relationships/tags" Target="../tags/tag188.xml"/><Relationship Id="rId109" Type="http://schemas.openxmlformats.org/officeDocument/2006/relationships/tags" Target="../tags/tag286.xml"/><Relationship Id="rId108" Type="http://schemas.openxmlformats.org/officeDocument/2006/relationships/tags" Target="../tags/tag285.xml"/><Relationship Id="rId107" Type="http://schemas.openxmlformats.org/officeDocument/2006/relationships/tags" Target="../tags/tag284.xml"/><Relationship Id="rId106" Type="http://schemas.openxmlformats.org/officeDocument/2006/relationships/tags" Target="../tags/tag283.xml"/><Relationship Id="rId105" Type="http://schemas.openxmlformats.org/officeDocument/2006/relationships/tags" Target="../tags/tag282.xml"/><Relationship Id="rId104" Type="http://schemas.openxmlformats.org/officeDocument/2006/relationships/tags" Target="../tags/tag281.xml"/><Relationship Id="rId103" Type="http://schemas.openxmlformats.org/officeDocument/2006/relationships/tags" Target="../tags/tag280.xml"/><Relationship Id="rId102" Type="http://schemas.openxmlformats.org/officeDocument/2006/relationships/tags" Target="../tags/tag279.xml"/><Relationship Id="rId101" Type="http://schemas.openxmlformats.org/officeDocument/2006/relationships/tags" Target="../tags/tag278.xml"/><Relationship Id="rId100" Type="http://schemas.openxmlformats.org/officeDocument/2006/relationships/tags" Target="../tags/tag277.xml"/><Relationship Id="rId10" Type="http://schemas.openxmlformats.org/officeDocument/2006/relationships/tags" Target="../tags/tag187.xml"/><Relationship Id="rId1" Type="http://schemas.openxmlformats.org/officeDocument/2006/relationships/tags" Target="../tags/tag17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09.xml"/><Relationship Id="rId8" Type="http://schemas.openxmlformats.org/officeDocument/2006/relationships/tags" Target="../tags/tag308.xml"/><Relationship Id="rId70" Type="http://schemas.openxmlformats.org/officeDocument/2006/relationships/slideLayout" Target="../slideLayouts/slideLayout17.xml"/><Relationship Id="rId7" Type="http://schemas.openxmlformats.org/officeDocument/2006/relationships/tags" Target="../tags/tag307.xml"/><Relationship Id="rId69" Type="http://schemas.openxmlformats.org/officeDocument/2006/relationships/tags" Target="../tags/tag369.xml"/><Relationship Id="rId68" Type="http://schemas.openxmlformats.org/officeDocument/2006/relationships/tags" Target="../tags/tag368.xml"/><Relationship Id="rId67" Type="http://schemas.openxmlformats.org/officeDocument/2006/relationships/tags" Target="../tags/tag367.xml"/><Relationship Id="rId66" Type="http://schemas.openxmlformats.org/officeDocument/2006/relationships/tags" Target="../tags/tag366.xml"/><Relationship Id="rId65" Type="http://schemas.openxmlformats.org/officeDocument/2006/relationships/tags" Target="../tags/tag365.xml"/><Relationship Id="rId64" Type="http://schemas.openxmlformats.org/officeDocument/2006/relationships/tags" Target="../tags/tag364.xml"/><Relationship Id="rId63" Type="http://schemas.openxmlformats.org/officeDocument/2006/relationships/tags" Target="../tags/tag363.xml"/><Relationship Id="rId62" Type="http://schemas.openxmlformats.org/officeDocument/2006/relationships/tags" Target="../tags/tag362.xml"/><Relationship Id="rId61" Type="http://schemas.openxmlformats.org/officeDocument/2006/relationships/tags" Target="../tags/tag361.xml"/><Relationship Id="rId60" Type="http://schemas.openxmlformats.org/officeDocument/2006/relationships/tags" Target="../tags/tag360.xml"/><Relationship Id="rId6" Type="http://schemas.openxmlformats.org/officeDocument/2006/relationships/tags" Target="../tags/tag306.xml"/><Relationship Id="rId59" Type="http://schemas.openxmlformats.org/officeDocument/2006/relationships/tags" Target="../tags/tag359.xml"/><Relationship Id="rId58" Type="http://schemas.openxmlformats.org/officeDocument/2006/relationships/tags" Target="../tags/tag358.xml"/><Relationship Id="rId57" Type="http://schemas.openxmlformats.org/officeDocument/2006/relationships/tags" Target="../tags/tag357.xml"/><Relationship Id="rId56" Type="http://schemas.openxmlformats.org/officeDocument/2006/relationships/tags" Target="../tags/tag356.xml"/><Relationship Id="rId55" Type="http://schemas.openxmlformats.org/officeDocument/2006/relationships/tags" Target="../tags/tag355.xml"/><Relationship Id="rId54" Type="http://schemas.openxmlformats.org/officeDocument/2006/relationships/tags" Target="../tags/tag354.xml"/><Relationship Id="rId53" Type="http://schemas.openxmlformats.org/officeDocument/2006/relationships/tags" Target="../tags/tag353.xml"/><Relationship Id="rId52" Type="http://schemas.openxmlformats.org/officeDocument/2006/relationships/tags" Target="../tags/tag352.xml"/><Relationship Id="rId51" Type="http://schemas.openxmlformats.org/officeDocument/2006/relationships/tags" Target="../tags/tag351.xml"/><Relationship Id="rId50" Type="http://schemas.openxmlformats.org/officeDocument/2006/relationships/tags" Target="../tags/tag350.xml"/><Relationship Id="rId5" Type="http://schemas.openxmlformats.org/officeDocument/2006/relationships/tags" Target="../tags/tag305.xml"/><Relationship Id="rId49" Type="http://schemas.openxmlformats.org/officeDocument/2006/relationships/tags" Target="../tags/tag349.xml"/><Relationship Id="rId48" Type="http://schemas.openxmlformats.org/officeDocument/2006/relationships/tags" Target="../tags/tag348.xml"/><Relationship Id="rId47" Type="http://schemas.openxmlformats.org/officeDocument/2006/relationships/tags" Target="../tags/tag347.xml"/><Relationship Id="rId46" Type="http://schemas.openxmlformats.org/officeDocument/2006/relationships/tags" Target="../tags/tag346.xml"/><Relationship Id="rId45" Type="http://schemas.openxmlformats.org/officeDocument/2006/relationships/tags" Target="../tags/tag345.xml"/><Relationship Id="rId44" Type="http://schemas.openxmlformats.org/officeDocument/2006/relationships/tags" Target="../tags/tag344.xml"/><Relationship Id="rId43" Type="http://schemas.openxmlformats.org/officeDocument/2006/relationships/tags" Target="../tags/tag343.xml"/><Relationship Id="rId42" Type="http://schemas.openxmlformats.org/officeDocument/2006/relationships/tags" Target="../tags/tag342.xml"/><Relationship Id="rId41" Type="http://schemas.openxmlformats.org/officeDocument/2006/relationships/tags" Target="../tags/tag341.xml"/><Relationship Id="rId40" Type="http://schemas.openxmlformats.org/officeDocument/2006/relationships/tags" Target="../tags/tag340.xml"/><Relationship Id="rId4" Type="http://schemas.openxmlformats.org/officeDocument/2006/relationships/tags" Target="../tags/tag304.xml"/><Relationship Id="rId39" Type="http://schemas.openxmlformats.org/officeDocument/2006/relationships/tags" Target="../tags/tag339.xml"/><Relationship Id="rId38" Type="http://schemas.openxmlformats.org/officeDocument/2006/relationships/tags" Target="../tags/tag338.xml"/><Relationship Id="rId37" Type="http://schemas.openxmlformats.org/officeDocument/2006/relationships/tags" Target="../tags/tag337.xml"/><Relationship Id="rId36" Type="http://schemas.openxmlformats.org/officeDocument/2006/relationships/tags" Target="../tags/tag336.xml"/><Relationship Id="rId35" Type="http://schemas.openxmlformats.org/officeDocument/2006/relationships/tags" Target="../tags/tag335.xml"/><Relationship Id="rId34" Type="http://schemas.openxmlformats.org/officeDocument/2006/relationships/tags" Target="../tags/tag334.xml"/><Relationship Id="rId33" Type="http://schemas.openxmlformats.org/officeDocument/2006/relationships/tags" Target="../tags/tag333.xml"/><Relationship Id="rId32" Type="http://schemas.openxmlformats.org/officeDocument/2006/relationships/tags" Target="../tags/tag332.xml"/><Relationship Id="rId31" Type="http://schemas.openxmlformats.org/officeDocument/2006/relationships/tags" Target="../tags/tag331.xml"/><Relationship Id="rId30" Type="http://schemas.openxmlformats.org/officeDocument/2006/relationships/tags" Target="../tags/tag330.xml"/><Relationship Id="rId3" Type="http://schemas.openxmlformats.org/officeDocument/2006/relationships/tags" Target="../tags/tag303.xml"/><Relationship Id="rId29" Type="http://schemas.openxmlformats.org/officeDocument/2006/relationships/tags" Target="../tags/tag329.xml"/><Relationship Id="rId28" Type="http://schemas.openxmlformats.org/officeDocument/2006/relationships/tags" Target="../tags/tag328.xml"/><Relationship Id="rId27" Type="http://schemas.openxmlformats.org/officeDocument/2006/relationships/tags" Target="../tags/tag327.xml"/><Relationship Id="rId26" Type="http://schemas.openxmlformats.org/officeDocument/2006/relationships/tags" Target="../tags/tag326.xml"/><Relationship Id="rId25" Type="http://schemas.openxmlformats.org/officeDocument/2006/relationships/tags" Target="../tags/tag325.xml"/><Relationship Id="rId24" Type="http://schemas.openxmlformats.org/officeDocument/2006/relationships/tags" Target="../tags/tag324.xml"/><Relationship Id="rId23" Type="http://schemas.openxmlformats.org/officeDocument/2006/relationships/tags" Target="../tags/tag323.xml"/><Relationship Id="rId22" Type="http://schemas.openxmlformats.org/officeDocument/2006/relationships/tags" Target="../tags/tag322.xml"/><Relationship Id="rId21" Type="http://schemas.openxmlformats.org/officeDocument/2006/relationships/tags" Target="../tags/tag321.xml"/><Relationship Id="rId20" Type="http://schemas.openxmlformats.org/officeDocument/2006/relationships/tags" Target="../tags/tag320.xml"/><Relationship Id="rId2" Type="http://schemas.openxmlformats.org/officeDocument/2006/relationships/tags" Target="../tags/tag302.xml"/><Relationship Id="rId19" Type="http://schemas.openxmlformats.org/officeDocument/2006/relationships/tags" Target="../tags/tag319.xml"/><Relationship Id="rId18" Type="http://schemas.openxmlformats.org/officeDocument/2006/relationships/tags" Target="../tags/tag318.xml"/><Relationship Id="rId17" Type="http://schemas.openxmlformats.org/officeDocument/2006/relationships/tags" Target="../tags/tag317.xml"/><Relationship Id="rId16" Type="http://schemas.openxmlformats.org/officeDocument/2006/relationships/tags" Target="../tags/tag316.xml"/><Relationship Id="rId15" Type="http://schemas.openxmlformats.org/officeDocument/2006/relationships/tags" Target="../tags/tag315.xml"/><Relationship Id="rId14" Type="http://schemas.openxmlformats.org/officeDocument/2006/relationships/tags" Target="../tags/tag314.xml"/><Relationship Id="rId13" Type="http://schemas.openxmlformats.org/officeDocument/2006/relationships/tags" Target="../tags/tag313.xml"/><Relationship Id="rId12" Type="http://schemas.openxmlformats.org/officeDocument/2006/relationships/tags" Target="../tags/tag312.xml"/><Relationship Id="rId11" Type="http://schemas.openxmlformats.org/officeDocument/2006/relationships/tags" Target="../tags/tag311.xml"/><Relationship Id="rId10" Type="http://schemas.openxmlformats.org/officeDocument/2006/relationships/tags" Target="../tags/tag310.xml"/><Relationship Id="rId1" Type="http://schemas.openxmlformats.org/officeDocument/2006/relationships/tags" Target="../tags/tag30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78.xml"/><Relationship Id="rId8" Type="http://schemas.openxmlformats.org/officeDocument/2006/relationships/tags" Target="../tags/tag377.xml"/><Relationship Id="rId7" Type="http://schemas.openxmlformats.org/officeDocument/2006/relationships/tags" Target="../tags/tag376.xml"/><Relationship Id="rId6" Type="http://schemas.openxmlformats.org/officeDocument/2006/relationships/tags" Target="../tags/tag375.xml"/><Relationship Id="rId51" Type="http://schemas.openxmlformats.org/officeDocument/2006/relationships/slideLayout" Target="../slideLayouts/slideLayout17.xml"/><Relationship Id="rId50" Type="http://schemas.openxmlformats.org/officeDocument/2006/relationships/tags" Target="../tags/tag419.xml"/><Relationship Id="rId5" Type="http://schemas.openxmlformats.org/officeDocument/2006/relationships/tags" Target="../tags/tag374.xml"/><Relationship Id="rId49" Type="http://schemas.openxmlformats.org/officeDocument/2006/relationships/tags" Target="../tags/tag418.xml"/><Relationship Id="rId48" Type="http://schemas.openxmlformats.org/officeDocument/2006/relationships/tags" Target="../tags/tag417.xml"/><Relationship Id="rId47" Type="http://schemas.openxmlformats.org/officeDocument/2006/relationships/tags" Target="../tags/tag416.xml"/><Relationship Id="rId46" Type="http://schemas.openxmlformats.org/officeDocument/2006/relationships/tags" Target="../tags/tag415.xml"/><Relationship Id="rId45" Type="http://schemas.openxmlformats.org/officeDocument/2006/relationships/tags" Target="../tags/tag414.xml"/><Relationship Id="rId44" Type="http://schemas.openxmlformats.org/officeDocument/2006/relationships/tags" Target="../tags/tag413.xml"/><Relationship Id="rId43" Type="http://schemas.openxmlformats.org/officeDocument/2006/relationships/tags" Target="../tags/tag412.xml"/><Relationship Id="rId42" Type="http://schemas.openxmlformats.org/officeDocument/2006/relationships/tags" Target="../tags/tag411.xml"/><Relationship Id="rId41" Type="http://schemas.openxmlformats.org/officeDocument/2006/relationships/tags" Target="../tags/tag410.xml"/><Relationship Id="rId40" Type="http://schemas.openxmlformats.org/officeDocument/2006/relationships/tags" Target="../tags/tag409.xml"/><Relationship Id="rId4" Type="http://schemas.openxmlformats.org/officeDocument/2006/relationships/tags" Target="../tags/tag373.xml"/><Relationship Id="rId39" Type="http://schemas.openxmlformats.org/officeDocument/2006/relationships/tags" Target="../tags/tag408.xml"/><Relationship Id="rId38" Type="http://schemas.openxmlformats.org/officeDocument/2006/relationships/tags" Target="../tags/tag407.xml"/><Relationship Id="rId37" Type="http://schemas.openxmlformats.org/officeDocument/2006/relationships/tags" Target="../tags/tag406.xml"/><Relationship Id="rId36" Type="http://schemas.openxmlformats.org/officeDocument/2006/relationships/tags" Target="../tags/tag405.xml"/><Relationship Id="rId35" Type="http://schemas.openxmlformats.org/officeDocument/2006/relationships/tags" Target="../tags/tag404.xml"/><Relationship Id="rId34" Type="http://schemas.openxmlformats.org/officeDocument/2006/relationships/tags" Target="../tags/tag403.xml"/><Relationship Id="rId33" Type="http://schemas.openxmlformats.org/officeDocument/2006/relationships/tags" Target="../tags/tag402.xml"/><Relationship Id="rId32" Type="http://schemas.openxmlformats.org/officeDocument/2006/relationships/tags" Target="../tags/tag401.xml"/><Relationship Id="rId31" Type="http://schemas.openxmlformats.org/officeDocument/2006/relationships/tags" Target="../tags/tag400.xml"/><Relationship Id="rId30" Type="http://schemas.openxmlformats.org/officeDocument/2006/relationships/tags" Target="../tags/tag399.xml"/><Relationship Id="rId3" Type="http://schemas.openxmlformats.org/officeDocument/2006/relationships/tags" Target="../tags/tag372.xml"/><Relationship Id="rId29" Type="http://schemas.openxmlformats.org/officeDocument/2006/relationships/tags" Target="../tags/tag398.xml"/><Relationship Id="rId28" Type="http://schemas.openxmlformats.org/officeDocument/2006/relationships/tags" Target="../tags/tag397.xml"/><Relationship Id="rId27" Type="http://schemas.openxmlformats.org/officeDocument/2006/relationships/tags" Target="../tags/tag396.xml"/><Relationship Id="rId26" Type="http://schemas.openxmlformats.org/officeDocument/2006/relationships/tags" Target="../tags/tag395.xml"/><Relationship Id="rId25" Type="http://schemas.openxmlformats.org/officeDocument/2006/relationships/tags" Target="../tags/tag394.xml"/><Relationship Id="rId24" Type="http://schemas.openxmlformats.org/officeDocument/2006/relationships/tags" Target="../tags/tag393.xml"/><Relationship Id="rId23" Type="http://schemas.openxmlformats.org/officeDocument/2006/relationships/tags" Target="../tags/tag392.xml"/><Relationship Id="rId22" Type="http://schemas.openxmlformats.org/officeDocument/2006/relationships/tags" Target="../tags/tag391.xml"/><Relationship Id="rId21" Type="http://schemas.openxmlformats.org/officeDocument/2006/relationships/tags" Target="../tags/tag390.xml"/><Relationship Id="rId20" Type="http://schemas.openxmlformats.org/officeDocument/2006/relationships/tags" Target="../tags/tag389.xml"/><Relationship Id="rId2" Type="http://schemas.openxmlformats.org/officeDocument/2006/relationships/tags" Target="../tags/tag371.xml"/><Relationship Id="rId19" Type="http://schemas.openxmlformats.org/officeDocument/2006/relationships/tags" Target="../tags/tag388.xml"/><Relationship Id="rId18" Type="http://schemas.openxmlformats.org/officeDocument/2006/relationships/tags" Target="../tags/tag387.xml"/><Relationship Id="rId17" Type="http://schemas.openxmlformats.org/officeDocument/2006/relationships/tags" Target="../tags/tag386.xml"/><Relationship Id="rId16" Type="http://schemas.openxmlformats.org/officeDocument/2006/relationships/tags" Target="../tags/tag385.xml"/><Relationship Id="rId15" Type="http://schemas.openxmlformats.org/officeDocument/2006/relationships/tags" Target="../tags/tag384.xml"/><Relationship Id="rId14" Type="http://schemas.openxmlformats.org/officeDocument/2006/relationships/tags" Target="../tags/tag383.xml"/><Relationship Id="rId13" Type="http://schemas.openxmlformats.org/officeDocument/2006/relationships/tags" Target="../tags/tag382.xml"/><Relationship Id="rId12" Type="http://schemas.openxmlformats.org/officeDocument/2006/relationships/tags" Target="../tags/tag381.xml"/><Relationship Id="rId11" Type="http://schemas.openxmlformats.org/officeDocument/2006/relationships/tags" Target="../tags/tag380.xml"/><Relationship Id="rId10" Type="http://schemas.openxmlformats.org/officeDocument/2006/relationships/tags" Target="../tags/tag379.xml"/><Relationship Id="rId1" Type="http://schemas.openxmlformats.org/officeDocument/2006/relationships/tags" Target="../tags/tag37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28.xml"/><Relationship Id="rId8" Type="http://schemas.openxmlformats.org/officeDocument/2006/relationships/tags" Target="../tags/tag427.xml"/><Relationship Id="rId7" Type="http://schemas.openxmlformats.org/officeDocument/2006/relationships/tags" Target="../tags/tag426.xml"/><Relationship Id="rId6" Type="http://schemas.openxmlformats.org/officeDocument/2006/relationships/tags" Target="../tags/tag425.xml"/><Relationship Id="rId5" Type="http://schemas.openxmlformats.org/officeDocument/2006/relationships/tags" Target="../tags/tag424.xml"/><Relationship Id="rId4" Type="http://schemas.openxmlformats.org/officeDocument/2006/relationships/tags" Target="../tags/tag423.xml"/><Relationship Id="rId31" Type="http://schemas.openxmlformats.org/officeDocument/2006/relationships/slideLayout" Target="../slideLayouts/slideLayout17.xml"/><Relationship Id="rId30" Type="http://schemas.openxmlformats.org/officeDocument/2006/relationships/tags" Target="../tags/tag449.xml"/><Relationship Id="rId3" Type="http://schemas.openxmlformats.org/officeDocument/2006/relationships/tags" Target="../tags/tag422.xml"/><Relationship Id="rId29" Type="http://schemas.openxmlformats.org/officeDocument/2006/relationships/tags" Target="../tags/tag448.xml"/><Relationship Id="rId28" Type="http://schemas.openxmlformats.org/officeDocument/2006/relationships/tags" Target="../tags/tag447.xml"/><Relationship Id="rId27" Type="http://schemas.openxmlformats.org/officeDocument/2006/relationships/tags" Target="../tags/tag446.xml"/><Relationship Id="rId26" Type="http://schemas.openxmlformats.org/officeDocument/2006/relationships/tags" Target="../tags/tag445.xml"/><Relationship Id="rId25" Type="http://schemas.openxmlformats.org/officeDocument/2006/relationships/tags" Target="../tags/tag444.xml"/><Relationship Id="rId24" Type="http://schemas.openxmlformats.org/officeDocument/2006/relationships/tags" Target="../tags/tag443.xml"/><Relationship Id="rId23" Type="http://schemas.openxmlformats.org/officeDocument/2006/relationships/tags" Target="../tags/tag442.xml"/><Relationship Id="rId22" Type="http://schemas.openxmlformats.org/officeDocument/2006/relationships/tags" Target="../tags/tag441.xml"/><Relationship Id="rId21" Type="http://schemas.openxmlformats.org/officeDocument/2006/relationships/tags" Target="../tags/tag440.xml"/><Relationship Id="rId20" Type="http://schemas.openxmlformats.org/officeDocument/2006/relationships/tags" Target="../tags/tag439.xml"/><Relationship Id="rId2" Type="http://schemas.openxmlformats.org/officeDocument/2006/relationships/tags" Target="../tags/tag421.xml"/><Relationship Id="rId19" Type="http://schemas.openxmlformats.org/officeDocument/2006/relationships/tags" Target="../tags/tag438.xml"/><Relationship Id="rId18" Type="http://schemas.openxmlformats.org/officeDocument/2006/relationships/tags" Target="../tags/tag437.xml"/><Relationship Id="rId17" Type="http://schemas.openxmlformats.org/officeDocument/2006/relationships/tags" Target="../tags/tag436.xml"/><Relationship Id="rId16" Type="http://schemas.openxmlformats.org/officeDocument/2006/relationships/tags" Target="../tags/tag435.xml"/><Relationship Id="rId15" Type="http://schemas.openxmlformats.org/officeDocument/2006/relationships/tags" Target="../tags/tag434.xml"/><Relationship Id="rId14" Type="http://schemas.openxmlformats.org/officeDocument/2006/relationships/tags" Target="../tags/tag433.xml"/><Relationship Id="rId13" Type="http://schemas.openxmlformats.org/officeDocument/2006/relationships/tags" Target="../tags/tag432.xml"/><Relationship Id="rId12" Type="http://schemas.openxmlformats.org/officeDocument/2006/relationships/tags" Target="../tags/tag431.xml"/><Relationship Id="rId11" Type="http://schemas.openxmlformats.org/officeDocument/2006/relationships/tags" Target="../tags/tag430.xml"/><Relationship Id="rId10" Type="http://schemas.openxmlformats.org/officeDocument/2006/relationships/tags" Target="../tags/tag429.xml"/><Relationship Id="rId1" Type="http://schemas.openxmlformats.org/officeDocument/2006/relationships/tags" Target="../tags/tag420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452.xml"/><Relationship Id="rId2" Type="http://schemas.openxmlformats.org/officeDocument/2006/relationships/tags" Target="../tags/tag451.xml"/><Relationship Id="rId1" Type="http://schemas.openxmlformats.org/officeDocument/2006/relationships/tags" Target="../tags/tag45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61.xml"/><Relationship Id="rId8" Type="http://schemas.openxmlformats.org/officeDocument/2006/relationships/tags" Target="../tags/tag460.xml"/><Relationship Id="rId7" Type="http://schemas.openxmlformats.org/officeDocument/2006/relationships/tags" Target="../tags/tag459.xml"/><Relationship Id="rId6" Type="http://schemas.openxmlformats.org/officeDocument/2006/relationships/tags" Target="../tags/tag458.xml"/><Relationship Id="rId5" Type="http://schemas.openxmlformats.org/officeDocument/2006/relationships/tags" Target="../tags/tag457.xml"/><Relationship Id="rId4" Type="http://schemas.openxmlformats.org/officeDocument/2006/relationships/tags" Target="../tags/tag456.xml"/><Relationship Id="rId3" Type="http://schemas.openxmlformats.org/officeDocument/2006/relationships/tags" Target="../tags/tag455.xml"/><Relationship Id="rId29" Type="http://schemas.openxmlformats.org/officeDocument/2006/relationships/slideLayout" Target="../slideLayouts/slideLayout17.xml"/><Relationship Id="rId28" Type="http://schemas.openxmlformats.org/officeDocument/2006/relationships/tags" Target="../tags/tag480.xml"/><Relationship Id="rId27" Type="http://schemas.openxmlformats.org/officeDocument/2006/relationships/tags" Target="../tags/tag479.xml"/><Relationship Id="rId26" Type="http://schemas.openxmlformats.org/officeDocument/2006/relationships/tags" Target="../tags/tag478.xml"/><Relationship Id="rId25" Type="http://schemas.openxmlformats.org/officeDocument/2006/relationships/tags" Target="../tags/tag477.xml"/><Relationship Id="rId24" Type="http://schemas.openxmlformats.org/officeDocument/2006/relationships/tags" Target="../tags/tag476.xml"/><Relationship Id="rId23" Type="http://schemas.openxmlformats.org/officeDocument/2006/relationships/tags" Target="../tags/tag475.xml"/><Relationship Id="rId22" Type="http://schemas.openxmlformats.org/officeDocument/2006/relationships/tags" Target="../tags/tag474.xml"/><Relationship Id="rId21" Type="http://schemas.openxmlformats.org/officeDocument/2006/relationships/tags" Target="../tags/tag473.xml"/><Relationship Id="rId20" Type="http://schemas.openxmlformats.org/officeDocument/2006/relationships/tags" Target="../tags/tag472.xml"/><Relationship Id="rId2" Type="http://schemas.openxmlformats.org/officeDocument/2006/relationships/tags" Target="../tags/tag454.xml"/><Relationship Id="rId19" Type="http://schemas.openxmlformats.org/officeDocument/2006/relationships/tags" Target="../tags/tag471.xml"/><Relationship Id="rId18" Type="http://schemas.openxmlformats.org/officeDocument/2006/relationships/tags" Target="../tags/tag470.xml"/><Relationship Id="rId17" Type="http://schemas.openxmlformats.org/officeDocument/2006/relationships/tags" Target="../tags/tag469.xml"/><Relationship Id="rId16" Type="http://schemas.openxmlformats.org/officeDocument/2006/relationships/tags" Target="../tags/tag468.xml"/><Relationship Id="rId15" Type="http://schemas.openxmlformats.org/officeDocument/2006/relationships/tags" Target="../tags/tag467.xml"/><Relationship Id="rId14" Type="http://schemas.openxmlformats.org/officeDocument/2006/relationships/tags" Target="../tags/tag466.xml"/><Relationship Id="rId13" Type="http://schemas.openxmlformats.org/officeDocument/2006/relationships/tags" Target="../tags/tag465.xml"/><Relationship Id="rId12" Type="http://schemas.openxmlformats.org/officeDocument/2006/relationships/tags" Target="../tags/tag464.xml"/><Relationship Id="rId11" Type="http://schemas.openxmlformats.org/officeDocument/2006/relationships/tags" Target="../tags/tag463.xml"/><Relationship Id="rId10" Type="http://schemas.openxmlformats.org/officeDocument/2006/relationships/tags" Target="../tags/tag462.xml"/><Relationship Id="rId1" Type="http://schemas.openxmlformats.org/officeDocument/2006/relationships/tags" Target="../tags/tag453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tags" Target="../tags/tag482.xml"/><Relationship Id="rId1" Type="http://schemas.openxmlformats.org/officeDocument/2006/relationships/tags" Target="../tags/tag48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16.png"/><Relationship Id="rId2" Type="http://schemas.openxmlformats.org/officeDocument/2006/relationships/tags" Target="../tags/tag484.xml"/><Relationship Id="rId1" Type="http://schemas.openxmlformats.org/officeDocument/2006/relationships/tags" Target="../tags/tag483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93.xml"/><Relationship Id="rId8" Type="http://schemas.openxmlformats.org/officeDocument/2006/relationships/tags" Target="../tags/tag492.xml"/><Relationship Id="rId7" Type="http://schemas.openxmlformats.org/officeDocument/2006/relationships/tags" Target="../tags/tag491.xml"/><Relationship Id="rId6" Type="http://schemas.openxmlformats.org/officeDocument/2006/relationships/tags" Target="../tags/tag490.xml"/><Relationship Id="rId5" Type="http://schemas.openxmlformats.org/officeDocument/2006/relationships/tags" Target="../tags/tag489.xml"/><Relationship Id="rId4" Type="http://schemas.openxmlformats.org/officeDocument/2006/relationships/tags" Target="../tags/tag488.xml"/><Relationship Id="rId35" Type="http://schemas.openxmlformats.org/officeDocument/2006/relationships/slideLayout" Target="../slideLayouts/slideLayout17.xml"/><Relationship Id="rId34" Type="http://schemas.openxmlformats.org/officeDocument/2006/relationships/tags" Target="../tags/tag518.xml"/><Relationship Id="rId33" Type="http://schemas.openxmlformats.org/officeDocument/2006/relationships/tags" Target="../tags/tag517.xml"/><Relationship Id="rId32" Type="http://schemas.openxmlformats.org/officeDocument/2006/relationships/tags" Target="../tags/tag516.xml"/><Relationship Id="rId31" Type="http://schemas.openxmlformats.org/officeDocument/2006/relationships/tags" Target="../tags/tag515.xml"/><Relationship Id="rId30" Type="http://schemas.openxmlformats.org/officeDocument/2006/relationships/tags" Target="../tags/tag514.xml"/><Relationship Id="rId3" Type="http://schemas.openxmlformats.org/officeDocument/2006/relationships/tags" Target="../tags/tag487.xml"/><Relationship Id="rId29" Type="http://schemas.openxmlformats.org/officeDocument/2006/relationships/tags" Target="../tags/tag513.xml"/><Relationship Id="rId28" Type="http://schemas.openxmlformats.org/officeDocument/2006/relationships/tags" Target="../tags/tag512.xml"/><Relationship Id="rId27" Type="http://schemas.openxmlformats.org/officeDocument/2006/relationships/tags" Target="../tags/tag511.xml"/><Relationship Id="rId26" Type="http://schemas.openxmlformats.org/officeDocument/2006/relationships/tags" Target="../tags/tag510.xml"/><Relationship Id="rId25" Type="http://schemas.openxmlformats.org/officeDocument/2006/relationships/tags" Target="../tags/tag509.xml"/><Relationship Id="rId24" Type="http://schemas.openxmlformats.org/officeDocument/2006/relationships/tags" Target="../tags/tag508.xml"/><Relationship Id="rId23" Type="http://schemas.openxmlformats.org/officeDocument/2006/relationships/tags" Target="../tags/tag507.xml"/><Relationship Id="rId22" Type="http://schemas.openxmlformats.org/officeDocument/2006/relationships/tags" Target="../tags/tag506.xml"/><Relationship Id="rId21" Type="http://schemas.openxmlformats.org/officeDocument/2006/relationships/tags" Target="../tags/tag505.xml"/><Relationship Id="rId20" Type="http://schemas.openxmlformats.org/officeDocument/2006/relationships/tags" Target="../tags/tag504.xml"/><Relationship Id="rId2" Type="http://schemas.openxmlformats.org/officeDocument/2006/relationships/tags" Target="../tags/tag486.xml"/><Relationship Id="rId19" Type="http://schemas.openxmlformats.org/officeDocument/2006/relationships/tags" Target="../tags/tag503.xml"/><Relationship Id="rId18" Type="http://schemas.openxmlformats.org/officeDocument/2006/relationships/tags" Target="../tags/tag502.xml"/><Relationship Id="rId17" Type="http://schemas.openxmlformats.org/officeDocument/2006/relationships/tags" Target="../tags/tag501.xml"/><Relationship Id="rId16" Type="http://schemas.openxmlformats.org/officeDocument/2006/relationships/tags" Target="../tags/tag500.xml"/><Relationship Id="rId15" Type="http://schemas.openxmlformats.org/officeDocument/2006/relationships/tags" Target="../tags/tag499.xml"/><Relationship Id="rId14" Type="http://schemas.openxmlformats.org/officeDocument/2006/relationships/tags" Target="../tags/tag498.xml"/><Relationship Id="rId13" Type="http://schemas.openxmlformats.org/officeDocument/2006/relationships/tags" Target="../tags/tag497.xml"/><Relationship Id="rId12" Type="http://schemas.openxmlformats.org/officeDocument/2006/relationships/tags" Target="../tags/tag496.xml"/><Relationship Id="rId11" Type="http://schemas.openxmlformats.org/officeDocument/2006/relationships/tags" Target="../tags/tag495.xml"/><Relationship Id="rId10" Type="http://schemas.openxmlformats.org/officeDocument/2006/relationships/tags" Target="../tags/tag494.xml"/><Relationship Id="rId1" Type="http://schemas.openxmlformats.org/officeDocument/2006/relationships/tags" Target="../tags/tag485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527.xml"/><Relationship Id="rId8" Type="http://schemas.openxmlformats.org/officeDocument/2006/relationships/tags" Target="../tags/tag526.xml"/><Relationship Id="rId7" Type="http://schemas.openxmlformats.org/officeDocument/2006/relationships/tags" Target="../tags/tag525.xml"/><Relationship Id="rId6" Type="http://schemas.openxmlformats.org/officeDocument/2006/relationships/tags" Target="../tags/tag524.xml"/><Relationship Id="rId53" Type="http://schemas.openxmlformats.org/officeDocument/2006/relationships/slideLayout" Target="../slideLayouts/slideLayout17.xml"/><Relationship Id="rId52" Type="http://schemas.openxmlformats.org/officeDocument/2006/relationships/tags" Target="../tags/tag567.xml"/><Relationship Id="rId51" Type="http://schemas.openxmlformats.org/officeDocument/2006/relationships/tags" Target="../tags/tag566.xml"/><Relationship Id="rId50" Type="http://schemas.openxmlformats.org/officeDocument/2006/relationships/tags" Target="../tags/tag565.xml"/><Relationship Id="rId5" Type="http://schemas.openxmlformats.org/officeDocument/2006/relationships/tags" Target="../tags/tag523.xml"/><Relationship Id="rId49" Type="http://schemas.openxmlformats.org/officeDocument/2006/relationships/tags" Target="../tags/tag564.xml"/><Relationship Id="rId48" Type="http://schemas.openxmlformats.org/officeDocument/2006/relationships/tags" Target="../tags/tag563.xml"/><Relationship Id="rId47" Type="http://schemas.openxmlformats.org/officeDocument/2006/relationships/tags" Target="../tags/tag562.xml"/><Relationship Id="rId46" Type="http://schemas.openxmlformats.org/officeDocument/2006/relationships/tags" Target="../tags/tag561.xml"/><Relationship Id="rId45" Type="http://schemas.openxmlformats.org/officeDocument/2006/relationships/tags" Target="../tags/tag560.xml"/><Relationship Id="rId44" Type="http://schemas.openxmlformats.org/officeDocument/2006/relationships/tags" Target="../tags/tag559.xml"/><Relationship Id="rId43" Type="http://schemas.openxmlformats.org/officeDocument/2006/relationships/tags" Target="../tags/tag558.xml"/><Relationship Id="rId42" Type="http://schemas.openxmlformats.org/officeDocument/2006/relationships/tags" Target="../tags/tag557.xml"/><Relationship Id="rId41" Type="http://schemas.openxmlformats.org/officeDocument/2006/relationships/tags" Target="../tags/tag556.xml"/><Relationship Id="rId40" Type="http://schemas.openxmlformats.org/officeDocument/2006/relationships/tags" Target="../tags/tag555.xml"/><Relationship Id="rId4" Type="http://schemas.openxmlformats.org/officeDocument/2006/relationships/tags" Target="../tags/tag522.xml"/><Relationship Id="rId39" Type="http://schemas.openxmlformats.org/officeDocument/2006/relationships/tags" Target="../tags/tag554.xml"/><Relationship Id="rId38" Type="http://schemas.openxmlformats.org/officeDocument/2006/relationships/tags" Target="../tags/tag553.xml"/><Relationship Id="rId37" Type="http://schemas.openxmlformats.org/officeDocument/2006/relationships/tags" Target="../tags/tag552.xml"/><Relationship Id="rId36" Type="http://schemas.openxmlformats.org/officeDocument/2006/relationships/tags" Target="../tags/tag551.xml"/><Relationship Id="rId35" Type="http://schemas.openxmlformats.org/officeDocument/2006/relationships/tags" Target="../tags/tag550.xml"/><Relationship Id="rId34" Type="http://schemas.openxmlformats.org/officeDocument/2006/relationships/tags" Target="../tags/tag549.xml"/><Relationship Id="rId33" Type="http://schemas.openxmlformats.org/officeDocument/2006/relationships/tags" Target="../tags/tag548.xml"/><Relationship Id="rId32" Type="http://schemas.openxmlformats.org/officeDocument/2006/relationships/image" Target="../media/image19.png"/><Relationship Id="rId31" Type="http://schemas.openxmlformats.org/officeDocument/2006/relationships/tags" Target="../tags/tag547.xml"/><Relationship Id="rId30" Type="http://schemas.openxmlformats.org/officeDocument/2006/relationships/tags" Target="../tags/tag546.xml"/><Relationship Id="rId3" Type="http://schemas.openxmlformats.org/officeDocument/2006/relationships/tags" Target="../tags/tag521.xml"/><Relationship Id="rId29" Type="http://schemas.openxmlformats.org/officeDocument/2006/relationships/tags" Target="../tags/tag545.xml"/><Relationship Id="rId28" Type="http://schemas.openxmlformats.org/officeDocument/2006/relationships/tags" Target="../tags/tag544.xml"/><Relationship Id="rId27" Type="http://schemas.openxmlformats.org/officeDocument/2006/relationships/image" Target="../media/image18.svg"/><Relationship Id="rId26" Type="http://schemas.openxmlformats.org/officeDocument/2006/relationships/image" Target="../media/image17.png"/><Relationship Id="rId25" Type="http://schemas.openxmlformats.org/officeDocument/2006/relationships/tags" Target="../tags/tag543.xml"/><Relationship Id="rId24" Type="http://schemas.openxmlformats.org/officeDocument/2006/relationships/tags" Target="../tags/tag542.xml"/><Relationship Id="rId23" Type="http://schemas.openxmlformats.org/officeDocument/2006/relationships/tags" Target="../tags/tag541.xml"/><Relationship Id="rId22" Type="http://schemas.openxmlformats.org/officeDocument/2006/relationships/tags" Target="../tags/tag540.xml"/><Relationship Id="rId21" Type="http://schemas.openxmlformats.org/officeDocument/2006/relationships/tags" Target="../tags/tag539.xml"/><Relationship Id="rId20" Type="http://schemas.openxmlformats.org/officeDocument/2006/relationships/tags" Target="../tags/tag538.xml"/><Relationship Id="rId2" Type="http://schemas.openxmlformats.org/officeDocument/2006/relationships/tags" Target="../tags/tag520.xml"/><Relationship Id="rId19" Type="http://schemas.openxmlformats.org/officeDocument/2006/relationships/tags" Target="../tags/tag537.xml"/><Relationship Id="rId18" Type="http://schemas.openxmlformats.org/officeDocument/2006/relationships/tags" Target="../tags/tag536.xml"/><Relationship Id="rId17" Type="http://schemas.openxmlformats.org/officeDocument/2006/relationships/tags" Target="../tags/tag535.xml"/><Relationship Id="rId16" Type="http://schemas.openxmlformats.org/officeDocument/2006/relationships/tags" Target="../tags/tag534.xml"/><Relationship Id="rId15" Type="http://schemas.openxmlformats.org/officeDocument/2006/relationships/tags" Target="../tags/tag533.xml"/><Relationship Id="rId14" Type="http://schemas.openxmlformats.org/officeDocument/2006/relationships/tags" Target="../tags/tag532.xml"/><Relationship Id="rId13" Type="http://schemas.openxmlformats.org/officeDocument/2006/relationships/tags" Target="../tags/tag531.xml"/><Relationship Id="rId12" Type="http://schemas.openxmlformats.org/officeDocument/2006/relationships/tags" Target="../tags/tag530.xml"/><Relationship Id="rId11" Type="http://schemas.openxmlformats.org/officeDocument/2006/relationships/tags" Target="../tags/tag529.xml"/><Relationship Id="rId10" Type="http://schemas.openxmlformats.org/officeDocument/2006/relationships/tags" Target="../tags/tag528.xml"/><Relationship Id="rId1" Type="http://schemas.openxmlformats.org/officeDocument/2006/relationships/tags" Target="../tags/tag51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576.xml"/><Relationship Id="rId8" Type="http://schemas.openxmlformats.org/officeDocument/2006/relationships/tags" Target="../tags/tag575.xml"/><Relationship Id="rId7" Type="http://schemas.openxmlformats.org/officeDocument/2006/relationships/tags" Target="../tags/tag574.xml"/><Relationship Id="rId6" Type="http://schemas.openxmlformats.org/officeDocument/2006/relationships/tags" Target="../tags/tag573.xml"/><Relationship Id="rId5" Type="http://schemas.openxmlformats.org/officeDocument/2006/relationships/tags" Target="../tags/tag572.xml"/><Relationship Id="rId4" Type="http://schemas.openxmlformats.org/officeDocument/2006/relationships/tags" Target="../tags/tag571.xml"/><Relationship Id="rId33" Type="http://schemas.openxmlformats.org/officeDocument/2006/relationships/slideLayout" Target="../slideLayouts/slideLayout17.xml"/><Relationship Id="rId32" Type="http://schemas.openxmlformats.org/officeDocument/2006/relationships/tags" Target="../tags/tag597.xml"/><Relationship Id="rId31" Type="http://schemas.openxmlformats.org/officeDocument/2006/relationships/tags" Target="../tags/tag596.xml"/><Relationship Id="rId30" Type="http://schemas.openxmlformats.org/officeDocument/2006/relationships/tags" Target="../tags/tag595.xml"/><Relationship Id="rId3" Type="http://schemas.openxmlformats.org/officeDocument/2006/relationships/tags" Target="../tags/tag570.xml"/><Relationship Id="rId29" Type="http://schemas.openxmlformats.org/officeDocument/2006/relationships/tags" Target="../tags/tag594.xml"/><Relationship Id="rId28" Type="http://schemas.openxmlformats.org/officeDocument/2006/relationships/tags" Target="../tags/tag593.xml"/><Relationship Id="rId27" Type="http://schemas.openxmlformats.org/officeDocument/2006/relationships/tags" Target="../tags/tag592.xml"/><Relationship Id="rId26" Type="http://schemas.openxmlformats.org/officeDocument/2006/relationships/tags" Target="../tags/tag591.xml"/><Relationship Id="rId25" Type="http://schemas.openxmlformats.org/officeDocument/2006/relationships/tags" Target="../tags/tag590.xml"/><Relationship Id="rId24" Type="http://schemas.openxmlformats.org/officeDocument/2006/relationships/tags" Target="../tags/tag589.xml"/><Relationship Id="rId23" Type="http://schemas.openxmlformats.org/officeDocument/2006/relationships/tags" Target="../tags/tag588.xml"/><Relationship Id="rId22" Type="http://schemas.openxmlformats.org/officeDocument/2006/relationships/tags" Target="../tags/tag587.xml"/><Relationship Id="rId21" Type="http://schemas.openxmlformats.org/officeDocument/2006/relationships/tags" Target="../tags/tag586.xml"/><Relationship Id="rId20" Type="http://schemas.openxmlformats.org/officeDocument/2006/relationships/tags" Target="../tags/tag585.xml"/><Relationship Id="rId2" Type="http://schemas.openxmlformats.org/officeDocument/2006/relationships/tags" Target="../tags/tag569.xml"/><Relationship Id="rId19" Type="http://schemas.openxmlformats.org/officeDocument/2006/relationships/image" Target="../media/image21.svg"/><Relationship Id="rId18" Type="http://schemas.openxmlformats.org/officeDocument/2006/relationships/image" Target="../media/image20.png"/><Relationship Id="rId17" Type="http://schemas.openxmlformats.org/officeDocument/2006/relationships/tags" Target="../tags/tag584.xml"/><Relationship Id="rId16" Type="http://schemas.openxmlformats.org/officeDocument/2006/relationships/tags" Target="../tags/tag583.xml"/><Relationship Id="rId15" Type="http://schemas.openxmlformats.org/officeDocument/2006/relationships/tags" Target="../tags/tag582.xml"/><Relationship Id="rId14" Type="http://schemas.openxmlformats.org/officeDocument/2006/relationships/tags" Target="../tags/tag581.xml"/><Relationship Id="rId13" Type="http://schemas.openxmlformats.org/officeDocument/2006/relationships/tags" Target="../tags/tag580.xml"/><Relationship Id="rId12" Type="http://schemas.openxmlformats.org/officeDocument/2006/relationships/tags" Target="../tags/tag579.xml"/><Relationship Id="rId11" Type="http://schemas.openxmlformats.org/officeDocument/2006/relationships/tags" Target="../tags/tag578.xml"/><Relationship Id="rId10" Type="http://schemas.openxmlformats.org/officeDocument/2006/relationships/tags" Target="../tags/tag577.xml"/><Relationship Id="rId1" Type="http://schemas.openxmlformats.org/officeDocument/2006/relationships/tags" Target="../tags/tag5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7E6"/>
            </a:gs>
            <a:gs pos="100000">
              <a:srgbClr val="FFFFFF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>
            <a:off x="4191000" y="762000"/>
            <a:ext cx="3810000" cy="19050"/>
          </a:xfrm>
          <a:custGeom>
            <a:avLst/>
            <a:gdLst>
              <a:gd name="sw" fmla="*/ 1 w 6000"/>
              <a:gd name="sh" fmla="*/ 1 h 30"/>
              <a:gd name="mins" fmla="min sw sh"/>
              <a:gd name="dsw" fmla="+- 0 sw mins"/>
              <a:gd name="dsh" fmla="+- 0 sh mins"/>
              <a:gd name="p0x0" fmla="*/ 0 w 6000"/>
              <a:gd name="p0y0" fmla="*/ 0 h 30"/>
              <a:gd name="p0x1" fmla="*/ 6000 w 6000"/>
              <a:gd name="p0y1" fmla="*/ 0 h 30"/>
              <a:gd name="p0x2" fmla="*/ 6000 w 6000"/>
              <a:gd name="p0y2" fmla="*/ 30 h 30"/>
              <a:gd name="p0x3" fmla="*/ 0 w 6000"/>
              <a:gd name="p0y3" fmla="*/ 30 h 30"/>
              <a:gd name="p0x4" fmla="*/ 0 w 6000"/>
              <a:gd name="p0y4" fmla="*/ 0 h 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close/>
              </a:path>
            </a:pathLst>
          </a:custGeom>
          <a:gradFill>
            <a:gsLst>
              <a:gs pos="0">
                <a:srgbClr val="FF7A00">
                  <a:alpha val="0"/>
                </a:srgbClr>
              </a:gs>
              <a:gs pos="50000">
                <a:srgbClr val="FF7A00">
                  <a:alpha val="40000"/>
                </a:srgbClr>
              </a:gs>
              <a:gs pos="100000">
                <a:srgbClr val="FF7A00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>
            <p:custDataLst>
              <p:tags r:id="rId2"/>
            </p:custDataLst>
          </p:nvPr>
        </p:nvSpPr>
        <p:spPr>
          <a:xfrm>
            <a:off x="8576945" y="4385945"/>
            <a:ext cx="2847975" cy="1895475"/>
          </a:xfrm>
          <a:custGeom>
            <a:avLst/>
            <a:gdLst>
              <a:gd name="sw" fmla="*/ 1 w 4485"/>
              <a:gd name="sh" fmla="*/ 1 h 2985"/>
              <a:gd name="mins" fmla="min sw sh"/>
              <a:gd name="dsw" fmla="+- 0 sw mins"/>
              <a:gd name="dsh" fmla="+- 0 sh mins"/>
              <a:gd name="p0x0" fmla="*/ 120 w 4485"/>
              <a:gd name="p0y0" fmla="*/ 0 h 2985"/>
              <a:gd name="p0x1" fmla="*/ 4365 w 4485"/>
              <a:gd name="p0y1" fmla="*/ 0 h 2985"/>
              <a:gd name="p0x2" fmla="*/ 4431 w 4485"/>
              <a:gd name="p0y2" fmla="*/ 0 h 2985"/>
              <a:gd name="p0x3" fmla="*/ 4485 w 4485"/>
              <a:gd name="p0y3" fmla="*/ 53 h 2985"/>
              <a:gd name="p0x4" fmla="*/ 4485 w 4485"/>
              <a:gd name="p0y4" fmla="*/ 120 h 2985"/>
              <a:gd name="p0x5" fmla="*/ 4485 w 4485"/>
              <a:gd name="p0y5" fmla="*/ 2865 h 2985"/>
              <a:gd name="p0x6" fmla="*/ 4485 w 4485"/>
              <a:gd name="p0y6" fmla="*/ 2931 h 2985"/>
              <a:gd name="p0x7" fmla="*/ 4431 w 4485"/>
              <a:gd name="p0y7" fmla="*/ 2985 h 2985"/>
              <a:gd name="p0x8" fmla="*/ 4365 w 4485"/>
              <a:gd name="p0y8" fmla="*/ 2985 h 2985"/>
              <a:gd name="p0x9" fmla="*/ 120 w 4485"/>
              <a:gd name="p0y9" fmla="*/ 2985 h 2985"/>
              <a:gd name="p0x10" fmla="*/ 53 w 4485"/>
              <a:gd name="p0y10" fmla="*/ 2985 h 2985"/>
              <a:gd name="p0x11" fmla="*/ 0 w 4485"/>
              <a:gd name="p0y11" fmla="*/ 2931 h 2985"/>
              <a:gd name="p0x12" fmla="*/ 0 w 4485"/>
              <a:gd name="p0y12" fmla="*/ 2865 h 2985"/>
              <a:gd name="p0x13" fmla="*/ 0 w 4485"/>
              <a:gd name="p0y13" fmla="*/ 120 h 2985"/>
              <a:gd name="p0x14" fmla="*/ 0 w 4485"/>
              <a:gd name="p0y14" fmla="*/ 53 h 2985"/>
              <a:gd name="p0x15" fmla="*/ 53 w 4485"/>
              <a:gd name="p0y15" fmla="*/ 0 h 2985"/>
              <a:gd name="p0x16" fmla="*/ 120 w 4485"/>
              <a:gd name="p0y16" fmla="*/ 0 h 29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noFill/>
          <a:ln w="9525" cmpd="sng">
            <a:solidFill>
              <a:srgbClr val="FF7A00">
                <a:alpha val="14902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8862695" y="4671695"/>
            <a:ext cx="2276475" cy="1323975"/>
          </a:xfrm>
          <a:custGeom>
            <a:avLst/>
            <a:gdLst>
              <a:gd name="sw" fmla="*/ 1 w 3585"/>
              <a:gd name="sh" fmla="*/ 1 h 2085"/>
              <a:gd name="mins" fmla="min sw sh"/>
              <a:gd name="dsw" fmla="+- 0 sw mins"/>
              <a:gd name="dsh" fmla="+- 0 sh mins"/>
              <a:gd name="p0x0" fmla="*/ 120 w 3585"/>
              <a:gd name="p0y0" fmla="*/ 0 h 2085"/>
              <a:gd name="p0x1" fmla="*/ 3465 w 3585"/>
              <a:gd name="p0y1" fmla="*/ 0 h 2085"/>
              <a:gd name="p0x2" fmla="*/ 3531 w 3585"/>
              <a:gd name="p0y2" fmla="*/ 0 h 2085"/>
              <a:gd name="p0x3" fmla="*/ 3585 w 3585"/>
              <a:gd name="p0y3" fmla="*/ 53 h 2085"/>
              <a:gd name="p0x4" fmla="*/ 3585 w 3585"/>
              <a:gd name="p0y4" fmla="*/ 120 h 2085"/>
              <a:gd name="p0x5" fmla="*/ 3585 w 3585"/>
              <a:gd name="p0y5" fmla="*/ 1965 h 2085"/>
              <a:gd name="p0x6" fmla="*/ 3585 w 3585"/>
              <a:gd name="p0y6" fmla="*/ 2031 h 2085"/>
              <a:gd name="p0x7" fmla="*/ 3531 w 3585"/>
              <a:gd name="p0y7" fmla="*/ 2085 h 2085"/>
              <a:gd name="p0x8" fmla="*/ 3465 w 3585"/>
              <a:gd name="p0y8" fmla="*/ 2085 h 2085"/>
              <a:gd name="p0x9" fmla="*/ 120 w 3585"/>
              <a:gd name="p0y9" fmla="*/ 2085 h 2085"/>
              <a:gd name="p0x10" fmla="*/ 53 w 3585"/>
              <a:gd name="p0y10" fmla="*/ 2085 h 2085"/>
              <a:gd name="p0x11" fmla="*/ 0 w 3585"/>
              <a:gd name="p0y11" fmla="*/ 2031 h 2085"/>
              <a:gd name="p0x12" fmla="*/ 0 w 3585"/>
              <a:gd name="p0y12" fmla="*/ 1965 h 2085"/>
              <a:gd name="p0x13" fmla="*/ 0 w 3585"/>
              <a:gd name="p0y13" fmla="*/ 120 h 2085"/>
              <a:gd name="p0x14" fmla="*/ 0 w 3585"/>
              <a:gd name="p0y14" fmla="*/ 53 h 2085"/>
              <a:gd name="p0x15" fmla="*/ 53 w 3585"/>
              <a:gd name="p0y15" fmla="*/ 0 h 2085"/>
              <a:gd name="p0x16" fmla="*/ 120 w 3585"/>
              <a:gd name="p0y16" fmla="*/ 0 h 2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noFill/>
          <a:ln w="9525" cmpd="sng">
            <a:solidFill>
              <a:srgbClr val="FFB800">
                <a:alpha val="14902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7620000" y="6276975"/>
            <a:ext cx="571500" cy="9525"/>
          </a:xfrm>
          <a:custGeom>
            <a:avLst/>
            <a:gdLst>
              <a:gd name="sw" fmla="*/ 1 w 900"/>
              <a:gd name="sh" fmla="*/ 1 h 15"/>
              <a:gd name="mins" fmla="min sw sh"/>
              <a:gd name="dsw" fmla="+- 0 sw mins"/>
              <a:gd name="dsh" fmla="+- 0 sh mins"/>
              <a:gd name="p0x0" fmla="*/ 0 w 900"/>
              <a:gd name="p0y0" fmla="*/ 0 h 15"/>
              <a:gd name="p0x1" fmla="*/ 900 w 900"/>
              <a:gd name="p0y1" fmla="*/ 0 h 15"/>
              <a:gd name="p0x2" fmla="*/ 900 w 900"/>
              <a:gd name="p0y2" fmla="*/ 15 h 15"/>
              <a:gd name="p0x3" fmla="*/ 0 w 900"/>
              <a:gd name="p0y3" fmla="*/ 15 h 15"/>
              <a:gd name="p0x4" fmla="*/ 0 w 900"/>
              <a:gd name="p0y4" fmla="*/ 0 h 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close/>
              </a:path>
            </a:pathLst>
          </a:custGeom>
          <a:solidFill>
            <a:srgbClr val="F5222D">
              <a:alpha val="2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5"/>
            </p:custDataLst>
          </p:nvPr>
        </p:nvSpPr>
        <p:spPr>
          <a:xfrm>
            <a:off x="1143000" y="171450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7A00">
              <a:alpha val="3000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6"/>
            </p:custDataLst>
          </p:nvPr>
        </p:nvSpPr>
        <p:spPr>
          <a:xfrm>
            <a:off x="1428750" y="190500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2563EB">
              <a:alpha val="2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7"/>
            </p:custDataLst>
          </p:nvPr>
        </p:nvSpPr>
        <p:spPr>
          <a:xfrm>
            <a:off x="1238250" y="2095500"/>
            <a:ext cx="38100" cy="381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2563EB">
              <a:alpha val="4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>
            <p:custDataLst>
              <p:tags r:id="rId8"/>
            </p:custDataLst>
          </p:nvPr>
        </p:nvSpPr>
        <p:spPr>
          <a:xfrm>
            <a:off x="10687050" y="152400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2563EB">
              <a:alpha val="2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9"/>
            </p:custDataLst>
          </p:nvPr>
        </p:nvSpPr>
        <p:spPr>
          <a:xfrm>
            <a:off x="10429875" y="1762125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2563EB">
              <a:alpha val="3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10"/>
            </p:custDataLst>
          </p:nvPr>
        </p:nvSpPr>
        <p:spPr>
          <a:xfrm>
            <a:off x="571500" y="2667000"/>
            <a:ext cx="9525" cy="1143000"/>
          </a:xfrm>
          <a:custGeom>
            <a:avLst/>
            <a:gdLst>
              <a:gd name="sw" fmla="*/ 1 w 15"/>
              <a:gd name="sh" fmla="*/ 1 h 1800"/>
              <a:gd name="mins" fmla="min sw sh"/>
              <a:gd name="dsw" fmla="+- 0 sw mins"/>
              <a:gd name="dsh" fmla="+- 0 sh mins"/>
              <a:gd name="p0x0" fmla="*/ 0 w 15"/>
              <a:gd name="p0y0" fmla="*/ 0 h 1800"/>
              <a:gd name="p0x1" fmla="*/ 15 w 15"/>
              <a:gd name="p0y1" fmla="*/ 0 h 1800"/>
              <a:gd name="p0x2" fmla="*/ 15 w 15"/>
              <a:gd name="p0y2" fmla="*/ 1800 h 1800"/>
              <a:gd name="p0x3" fmla="*/ 0 w 15"/>
              <a:gd name="p0y3" fmla="*/ 1800 h 1800"/>
              <a:gd name="p0x4" fmla="*/ 0 w 15"/>
              <a:gd name="p0y4" fmla="*/ 0 h 18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close/>
              </a:path>
            </a:pathLst>
          </a:custGeom>
          <a:gradFill>
            <a:gsLst>
              <a:gs pos="0">
                <a:srgbClr val="FF7A00">
                  <a:alpha val="0"/>
                </a:srgbClr>
              </a:gs>
              <a:gs pos="50000">
                <a:srgbClr val="FF7A00">
                  <a:alpha val="14902"/>
                </a:srgbClr>
              </a:gs>
              <a:gs pos="100000">
                <a:srgbClr val="FF7A00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11"/>
            </p:custDataLst>
          </p:nvPr>
        </p:nvSpPr>
        <p:spPr>
          <a:xfrm>
            <a:off x="11610975" y="2857500"/>
            <a:ext cx="9525" cy="952500"/>
          </a:xfrm>
          <a:custGeom>
            <a:avLst/>
            <a:gdLst>
              <a:gd name="sw" fmla="*/ 1 w 15"/>
              <a:gd name="sh" fmla="*/ 1 h 1500"/>
              <a:gd name="mins" fmla="min sw sh"/>
              <a:gd name="dsw" fmla="+- 0 sw mins"/>
              <a:gd name="dsh" fmla="+- 0 sh mins"/>
              <a:gd name="p0x0" fmla="*/ 0 w 15"/>
              <a:gd name="p0y0" fmla="*/ 0 h 1500"/>
              <a:gd name="p0x1" fmla="*/ 15 w 15"/>
              <a:gd name="p0y1" fmla="*/ 0 h 1500"/>
              <a:gd name="p0x2" fmla="*/ 15 w 15"/>
              <a:gd name="p0y2" fmla="*/ 1500 h 1500"/>
              <a:gd name="p0x3" fmla="*/ 0 w 15"/>
              <a:gd name="p0y3" fmla="*/ 1500 h 1500"/>
              <a:gd name="p0x4" fmla="*/ 0 w 15"/>
              <a:gd name="p0y4" fmla="*/ 0 h 15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close/>
              </a:path>
            </a:pathLst>
          </a:custGeom>
          <a:gradFill>
            <a:gsLst>
              <a:gs pos="0">
                <a:srgbClr val="FFB800">
                  <a:alpha val="0"/>
                </a:srgbClr>
              </a:gs>
              <a:gs pos="50000">
                <a:srgbClr val="FFB800">
                  <a:alpha val="14902"/>
                </a:srgbClr>
              </a:gs>
              <a:gs pos="100000">
                <a:srgbClr val="FFB800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12"/>
            </p:custDataLst>
          </p:nvPr>
        </p:nvSpPr>
        <p:spPr>
          <a:xfrm>
            <a:off x="5143500" y="6467475"/>
            <a:ext cx="1905000" cy="9525"/>
          </a:xfrm>
          <a:custGeom>
            <a:avLst/>
            <a:gdLst>
              <a:gd name="sw" fmla="*/ 1 w 3000"/>
              <a:gd name="sh" fmla="*/ 1 h 15"/>
              <a:gd name="mins" fmla="min sw sh"/>
              <a:gd name="dsw" fmla="+- 0 sw mins"/>
              <a:gd name="dsh" fmla="+- 0 sh mins"/>
              <a:gd name="p0x0" fmla="*/ 0 w 3000"/>
              <a:gd name="p0y0" fmla="*/ 0 h 15"/>
              <a:gd name="p0x1" fmla="*/ 3000 w 3000"/>
              <a:gd name="p0y1" fmla="*/ 0 h 15"/>
              <a:gd name="p0x2" fmla="*/ 3000 w 3000"/>
              <a:gd name="p0y2" fmla="*/ 15 h 15"/>
              <a:gd name="p0x3" fmla="*/ 0 w 3000"/>
              <a:gd name="p0y3" fmla="*/ 15 h 15"/>
              <a:gd name="p0x4" fmla="*/ 0 w 3000"/>
              <a:gd name="p0y4" fmla="*/ 0 h 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close/>
              </a:path>
            </a:pathLst>
          </a:custGeom>
          <a:solidFill>
            <a:srgbClr val="F5222D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2076450" y="2143125"/>
            <a:ext cx="8039100" cy="117336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4200" b="1" spc="300">
                <a:solidFill>
                  <a:srgbClr val="1F293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AI</a:t>
            </a:r>
            <a:r>
              <a:rPr lang="zh-CN" sz="4200" b="1" spc="300">
                <a:solidFill>
                  <a:srgbClr val="1F293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驱动的全链路新媒体运营解决方案</a:t>
            </a:r>
            <a:endParaRPr lang="zh-CN" sz="4200" b="1" spc="300">
              <a:solidFill>
                <a:srgbClr val="1F2937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4"/>
            </p:custDataLst>
          </p:nvPr>
        </p:nvSpPr>
        <p:spPr>
          <a:xfrm>
            <a:off x="5524500" y="3603625"/>
            <a:ext cx="1143000" cy="28575"/>
          </a:xfrm>
          <a:custGeom>
            <a:avLst/>
            <a:gdLst>
              <a:gd name="sw" fmla="*/ 1 w 1800"/>
              <a:gd name="sh" fmla="*/ 1 h 45"/>
              <a:gd name="mins" fmla="min sw sh"/>
              <a:gd name="dsw" fmla="+- 0 sw mins"/>
              <a:gd name="dsh" fmla="+- 0 sh mins"/>
              <a:gd name="p0x0" fmla="*/ 22 w 1800"/>
              <a:gd name="p0y0" fmla="*/ 0 h 45"/>
              <a:gd name="p0x1" fmla="*/ 1777 w 1800"/>
              <a:gd name="p0y1" fmla="*/ 0 h 45"/>
              <a:gd name="p0x2" fmla="*/ 1789 w 1800"/>
              <a:gd name="p0y2" fmla="*/ 0 h 45"/>
              <a:gd name="p0x3" fmla="*/ 1800 w 1800"/>
              <a:gd name="p0y3" fmla="*/ 10 h 45"/>
              <a:gd name="p0x4" fmla="*/ 1800 w 1800"/>
              <a:gd name="p0y4" fmla="*/ 22 h 45"/>
              <a:gd name="p0x5" fmla="*/ 1800 w 1800"/>
              <a:gd name="p0y5" fmla="*/ 34 h 45"/>
              <a:gd name="p0x6" fmla="*/ 1789 w 1800"/>
              <a:gd name="p0y6" fmla="*/ 45 h 45"/>
              <a:gd name="p0x7" fmla="*/ 1777 w 1800"/>
              <a:gd name="p0y7" fmla="*/ 45 h 45"/>
              <a:gd name="p0x8" fmla="*/ 22 w 1800"/>
              <a:gd name="p0y8" fmla="*/ 45 h 45"/>
              <a:gd name="p0x9" fmla="*/ 10 w 1800"/>
              <a:gd name="p0y9" fmla="*/ 45 h 45"/>
              <a:gd name="p0x10" fmla="*/ 0 w 1800"/>
              <a:gd name="p0y10" fmla="*/ 34 h 45"/>
              <a:gd name="p0x11" fmla="*/ 0 w 1800"/>
              <a:gd name="p0y11" fmla="*/ 22 h 45"/>
              <a:gd name="p0x12" fmla="*/ 0 w 1800"/>
              <a:gd name="p0y12" fmla="*/ 10 h 45"/>
              <a:gd name="p0x13" fmla="*/ 10 w 1800"/>
              <a:gd name="p0y13" fmla="*/ 0 h 45"/>
              <a:gd name="p0x14" fmla="*/ 22 w 18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rgbClr val="FF7A00"/>
              </a:gs>
              <a:gs pos="100000">
                <a:srgbClr val="FFB8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3924300" y="3922157"/>
            <a:ext cx="4343400" cy="3638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助力品牌实现全球业务增长与数字化转型</a:t>
            </a:r>
            <a:endParaRPr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5296643" y="4727019"/>
            <a:ext cx="1598562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 lang="en-US" altLang="en-US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</a:t>
            </a:r>
            <a:r>
              <a:rPr lang="zh-CN" altLang="en-US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r>
              <a:rPr lang="zh-CN" altLang="en-US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r>
              <a:rPr lang="zh-CN" altLang="en-US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r>
              <a:rPr lang="en-US" altLang="zh-CN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05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星期一</a:t>
            </a:r>
            <a:endParaRPr lang="zh-CN" altLang="en-US" sz="105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7E6"/>
            </a:gs>
            <a:gs pos="100000">
              <a:srgbClr val="FFFFFF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4057650" cy="6858000"/>
            <a:chOff x="0" y="0"/>
            <a:chExt cx="6390" cy="10800"/>
          </a:xfrm>
        </p:grpSpPr>
        <p:sp>
          <p:nvSpPr>
            <p:cNvPr id="2" name="任意多边形 1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6390" cy="10800"/>
            </a:xfrm>
            <a:custGeom>
              <a:avLst/>
              <a:gdLst>
                <a:gd name="sw" fmla="*/ 1 w 6390"/>
                <a:gd name="sh" fmla="*/ 1 h 10800"/>
                <a:gd name="mins" fmla="min sw sh"/>
                <a:gd name="dsw" fmla="+- 0 sw mins"/>
                <a:gd name="dsh" fmla="+- 0 sh mins"/>
                <a:gd name="p0a3dx" fmla="*/ dsw 0 1"/>
                <a:gd name="p0a3dy" fmla="*/ dsh 0 1"/>
                <a:gd name="p0a2dx" fmla="*/ dsw 0 1"/>
                <a:gd name="p0a2dy" fmla="*/ dsh 10800 1"/>
                <a:gd name="p0a1dx" fmla="*/ dsw 6390 1"/>
                <a:gd name="p0a1dy" fmla="*/ dsh 10800 1"/>
                <a:gd name="p0a0dx" fmla="*/ dsw 6390 1"/>
                <a:gd name="p0a0dy" fmla="*/ dsh 0 1"/>
                <a:gd name="p0x0s" fmla="*/ 0 mins 1"/>
                <a:gd name="p0x0" fmla="+- p0x0s p0a3dx 0"/>
                <a:gd name="p0y0s" fmla="*/ 0 mins 1"/>
                <a:gd name="p0y0" fmla="+- p0y0s p0a3dy 0"/>
                <a:gd name="p0x1s" fmla="*/ 6390 mins 1"/>
                <a:gd name="p0x1" fmla="+- p0x1s p0a0dx 0"/>
                <a:gd name="p0y1s" fmla="*/ 0 mins 1"/>
                <a:gd name="p0y1" fmla="+- p0y1s p0a0dy 0"/>
                <a:gd name="p0x2s" fmla="*/ 6390 mins 1"/>
                <a:gd name="p0x2" fmla="+- p0x2s p0a1dx 0"/>
                <a:gd name="p0y2s" fmla="*/ 10800 mins 1"/>
                <a:gd name="p0y2" fmla="+- p0y2s p0a1dy 0"/>
                <a:gd name="p0x3s" fmla="*/ 0 mins 1"/>
                <a:gd name="p0x3" fmla="+- p0x3s p0a2dx 0"/>
                <a:gd name="p0y3s" fmla="*/ 10800 mins 1"/>
                <a:gd name="p0y3" fmla="+- p0y3s p0a2dy 0"/>
                <a:gd name="p0x4s" fmla="*/ 0 mins 1"/>
                <a:gd name="p0x4" fmla="+- p0x4s p0a3dx 0"/>
                <a:gd name="p0y4s" fmla="*/ 0 mins 1"/>
                <a:gd name="p0y4" fmla="+- p0y4s p0a3dy 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" name="任意多边形 2"/>
            <p:cNvSpPr/>
            <p:nvPr>
              <p:custDataLst>
                <p:tags r:id="rId3"/>
              </p:custDataLst>
            </p:nvPr>
          </p:nvSpPr>
          <p:spPr>
            <a:xfrm>
              <a:off x="6375" y="0"/>
              <a:ext cx="15" cy="10800"/>
            </a:xfrm>
            <a:custGeom>
              <a:avLst/>
              <a:gdLst>
                <a:gd name="sw" fmla="*/ 1 w 15"/>
                <a:gd name="sh" fmla="*/ 1 h 10800"/>
                <a:gd name="mins" fmla="min sw sh"/>
                <a:gd name="dsw" fmla="+- 0 sw mins"/>
                <a:gd name="dsh" fmla="+- 0 sh mins"/>
                <a:gd name="p0x0" fmla="*/ 15 w 15"/>
                <a:gd name="p0y0" fmla="*/ 0 h 10800"/>
                <a:gd name="p0x1" fmla="*/ 15 w 15"/>
                <a:gd name="p0y1" fmla="*/ 10800 h 10800"/>
                <a:gd name="p0x2" fmla="*/ 0 w 15"/>
                <a:gd name="p0y2" fmla="*/ 10800 h 10800"/>
                <a:gd name="p0x3" fmla="*/ 0 w 15"/>
                <a:gd name="p0y3" fmla="*/ 0 h 10800"/>
                <a:gd name="p0x4" fmla="*/ 15 w 15"/>
                <a:gd name="p0y4" fmla="*/ 0 h 108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7A00">
                <a:alpha val="14902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528763" y="2514600"/>
            <a:ext cx="990600" cy="2590800"/>
          </a:xfrm>
          <a:prstGeom prst="rect">
            <a:avLst/>
          </a:prstGeom>
          <a:noFill/>
        </p:spPr>
        <p:txBody>
          <a:bodyPr vert="eaVert"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6000" b="1" spc="1200">
                <a:solidFill>
                  <a:srgbClr val="1F2937"/>
                </a:solidFill>
                <a:latin typeface="黑体" panose="02010609060101010101" charset="-122"/>
                <a:ea typeface="黑体" panose="02010609060101010101" charset="-122"/>
              </a:rPr>
              <a:t>目录</a:t>
            </a:r>
            <a:endParaRPr sz="6000" b="1" spc="1200">
              <a:solidFill>
                <a:srgbClr val="1F2937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5"/>
            </p:custDataLst>
          </p:nvPr>
        </p:nvSpPr>
        <p:spPr>
          <a:xfrm>
            <a:off x="4671695" y="1391285"/>
            <a:ext cx="6905625" cy="1129665"/>
          </a:xfrm>
          <a:custGeom>
            <a:avLst/>
            <a:gdLst>
              <a:gd name="sw" fmla="*/ 1 w 10875"/>
              <a:gd name="sh" fmla="*/ 1 h 1778"/>
              <a:gd name="mins" fmla="min sw sh"/>
              <a:gd name="dsw" fmla="+- 0 sw mins"/>
              <a:gd name="dsh" fmla="+- 0 sh mins"/>
              <a:gd name="p0x0" fmla="*/ 180 w 10875"/>
              <a:gd name="p0y0" fmla="*/ 0 h 1778"/>
              <a:gd name="p0x1" fmla="*/ 10695 w 10875"/>
              <a:gd name="p0y1" fmla="*/ 0 h 1778"/>
              <a:gd name="p0x2" fmla="*/ 10794 w 10875"/>
              <a:gd name="p0y2" fmla="*/ 0 h 1778"/>
              <a:gd name="p0x3" fmla="*/ 10875 w 10875"/>
              <a:gd name="p0y3" fmla="*/ 80 h 1778"/>
              <a:gd name="p0x4" fmla="*/ 10875 w 10875"/>
              <a:gd name="p0y4" fmla="*/ 180 h 1778"/>
              <a:gd name="p0x5" fmla="*/ 10875 w 10875"/>
              <a:gd name="p0y5" fmla="*/ 1598 h 1778"/>
              <a:gd name="p0x6" fmla="*/ 10875 w 10875"/>
              <a:gd name="p0y6" fmla="*/ 1698 h 1778"/>
              <a:gd name="p0x7" fmla="*/ 10794 w 10875"/>
              <a:gd name="p0y7" fmla="*/ 1778 h 1778"/>
              <a:gd name="p0x8" fmla="*/ 10695 w 10875"/>
              <a:gd name="p0y8" fmla="*/ 1778 h 1778"/>
              <a:gd name="p0x9" fmla="*/ 180 w 10875"/>
              <a:gd name="p0y9" fmla="*/ 1778 h 1778"/>
              <a:gd name="p0x10" fmla="*/ 80 w 10875"/>
              <a:gd name="p0y10" fmla="*/ 1778 h 1778"/>
              <a:gd name="p0x11" fmla="*/ 0 w 10875"/>
              <a:gd name="p0y11" fmla="*/ 1698 h 1778"/>
              <a:gd name="p0x12" fmla="*/ 0 w 10875"/>
              <a:gd name="p0y12" fmla="*/ 1598 h 1778"/>
              <a:gd name="p0x13" fmla="*/ 0 w 10875"/>
              <a:gd name="p0y13" fmla="*/ 180 h 1778"/>
              <a:gd name="p0x14" fmla="*/ 0 w 10875"/>
              <a:gd name="p0y14" fmla="*/ 80 h 1778"/>
              <a:gd name="p0x15" fmla="*/ 80 w 10875"/>
              <a:gd name="p0y15" fmla="*/ 0 h 1778"/>
              <a:gd name="p0x16" fmla="*/ 180 w 10875"/>
              <a:gd name="p0y16" fmla="*/ 0 h 177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9525" cmpd="sng">
            <a:solidFill>
              <a:srgbClr val="FF7A00">
                <a:alpha val="14902"/>
              </a:srgbClr>
            </a:solidFill>
            <a:prstDash val="solid"/>
          </a:ln>
          <a:effectLst>
            <a:outerShdw blurRad="171450" dist="19050" dir="5399999" algn="ctr" rotWithShape="0">
              <a:srgbClr val="FF7A00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6"/>
            </p:custDataLst>
          </p:nvPr>
        </p:nvSpPr>
        <p:spPr>
          <a:xfrm>
            <a:off x="4905375" y="1586865"/>
            <a:ext cx="381000" cy="381000"/>
          </a:xfrm>
          <a:custGeom>
            <a:avLst/>
            <a:gdLst>
              <a:gd name="sw" fmla="*/ 1 w 600"/>
              <a:gd name="sh" fmla="*/ 1 h 600"/>
              <a:gd name="mins" fmla="min sw sh"/>
              <a:gd name="dsw" fmla="+- 0 sw mins"/>
              <a:gd name="dsh" fmla="+- 0 sh mins"/>
              <a:gd name="p0x0" fmla="*/ 300 w 600"/>
              <a:gd name="p0y0" fmla="*/ 0 h 600"/>
              <a:gd name="p0x1" fmla="*/ 465 w 600"/>
              <a:gd name="p0y1" fmla="*/ 0 h 600"/>
              <a:gd name="p0x2" fmla="*/ 600 w 600"/>
              <a:gd name="p0y2" fmla="*/ 134 h 600"/>
              <a:gd name="p0x3" fmla="*/ 600 w 600"/>
              <a:gd name="p0y3" fmla="*/ 300 h 600"/>
              <a:gd name="p0x4" fmla="*/ 600 w 600"/>
              <a:gd name="p0y4" fmla="*/ 465 h 600"/>
              <a:gd name="p0x5" fmla="*/ 465 w 600"/>
              <a:gd name="p0y5" fmla="*/ 600 h 600"/>
              <a:gd name="p0x6" fmla="*/ 300 w 600"/>
              <a:gd name="p0y6" fmla="*/ 600 h 600"/>
              <a:gd name="p0x7" fmla="*/ 134 w 600"/>
              <a:gd name="p0y7" fmla="*/ 600 h 600"/>
              <a:gd name="p0x8" fmla="*/ 0 w 600"/>
              <a:gd name="p0y8" fmla="*/ 465 h 600"/>
              <a:gd name="p0x9" fmla="*/ 0 w 600"/>
              <a:gd name="p0y9" fmla="*/ 300 h 600"/>
              <a:gd name="p0x10" fmla="*/ 0 w 600"/>
              <a:gd name="p0y10" fmla="*/ 134 h 600"/>
              <a:gd name="p0x11" fmla="*/ 134 w 600"/>
              <a:gd name="p0y11" fmla="*/ 0 h 600"/>
              <a:gd name="p0x12" fmla="*/ 300 w 600"/>
              <a:gd name="p0y12" fmla="*/ 0 h 6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rgbClr val="FF7A00"/>
              </a:gs>
              <a:gs pos="100000">
                <a:srgbClr val="FFB800"/>
              </a:gs>
            </a:gsLst>
            <a:lin ang="2700000"/>
          </a:gradFill>
          <a:ln>
            <a:noFill/>
          </a:ln>
          <a:effectLst>
            <a:outerShdw blurRad="114300" dist="19050" dir="5399999" algn="ctr" rotWithShape="0">
              <a:srgbClr val="FF7A00">
                <a:alpha val="3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5010150" y="1661246"/>
            <a:ext cx="342900" cy="2228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35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01</a:t>
            </a:r>
            <a:endParaRPr sz="135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5438775" y="1653626"/>
            <a:ext cx="114300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洞察与定位</a:t>
            </a:r>
            <a:endParaRPr sz="15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5438775" y="2070821"/>
            <a:ext cx="7620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市场背景</a:t>
            </a:r>
            <a:endParaRPr sz="12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6276975" y="2068916"/>
            <a:ext cx="189157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</a:rPr>
              <a:t>·</a:t>
            </a:r>
            <a:endParaRPr sz="1200">
              <a:solidFill>
                <a:srgbClr val="9CA3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6542332" y="2070821"/>
            <a:ext cx="7620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用户画像</a:t>
            </a:r>
            <a:endParaRPr sz="12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2"/>
            </p:custDataLst>
          </p:nvPr>
        </p:nvSpPr>
        <p:spPr>
          <a:xfrm>
            <a:off x="4671695" y="2682875"/>
            <a:ext cx="6905625" cy="1129665"/>
          </a:xfrm>
          <a:custGeom>
            <a:avLst/>
            <a:gdLst>
              <a:gd name="sw" fmla="*/ 1 w 10875"/>
              <a:gd name="sh" fmla="*/ 1 h 1778"/>
              <a:gd name="mins" fmla="min sw sh"/>
              <a:gd name="dsw" fmla="+- 0 sw mins"/>
              <a:gd name="dsh" fmla="+- 0 sh mins"/>
              <a:gd name="p0x0" fmla="*/ 180 w 10875"/>
              <a:gd name="p0y0" fmla="*/ 0 h 1778"/>
              <a:gd name="p0x1" fmla="*/ 10695 w 10875"/>
              <a:gd name="p0y1" fmla="*/ 0 h 1778"/>
              <a:gd name="p0x2" fmla="*/ 10794 w 10875"/>
              <a:gd name="p0y2" fmla="*/ 0 h 1778"/>
              <a:gd name="p0x3" fmla="*/ 10875 w 10875"/>
              <a:gd name="p0y3" fmla="*/ 80 h 1778"/>
              <a:gd name="p0x4" fmla="*/ 10875 w 10875"/>
              <a:gd name="p0y4" fmla="*/ 180 h 1778"/>
              <a:gd name="p0x5" fmla="*/ 10875 w 10875"/>
              <a:gd name="p0y5" fmla="*/ 1598 h 1778"/>
              <a:gd name="p0x6" fmla="*/ 10875 w 10875"/>
              <a:gd name="p0y6" fmla="*/ 1698 h 1778"/>
              <a:gd name="p0x7" fmla="*/ 10794 w 10875"/>
              <a:gd name="p0y7" fmla="*/ 1778 h 1778"/>
              <a:gd name="p0x8" fmla="*/ 10695 w 10875"/>
              <a:gd name="p0y8" fmla="*/ 1778 h 1778"/>
              <a:gd name="p0x9" fmla="*/ 180 w 10875"/>
              <a:gd name="p0y9" fmla="*/ 1778 h 1778"/>
              <a:gd name="p0x10" fmla="*/ 80 w 10875"/>
              <a:gd name="p0y10" fmla="*/ 1778 h 1778"/>
              <a:gd name="p0x11" fmla="*/ 0 w 10875"/>
              <a:gd name="p0y11" fmla="*/ 1698 h 1778"/>
              <a:gd name="p0x12" fmla="*/ 0 w 10875"/>
              <a:gd name="p0y12" fmla="*/ 1598 h 1778"/>
              <a:gd name="p0x13" fmla="*/ 0 w 10875"/>
              <a:gd name="p0y13" fmla="*/ 180 h 1778"/>
              <a:gd name="p0x14" fmla="*/ 0 w 10875"/>
              <a:gd name="p0y14" fmla="*/ 80 h 1778"/>
              <a:gd name="p0x15" fmla="*/ 80 w 10875"/>
              <a:gd name="p0y15" fmla="*/ 0 h 1778"/>
              <a:gd name="p0x16" fmla="*/ 180 w 10875"/>
              <a:gd name="p0y16" fmla="*/ 0 h 177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9525" cmpd="sng">
            <a:solidFill>
              <a:srgbClr val="FF7A00">
                <a:alpha val="14902"/>
              </a:srgbClr>
            </a:solidFill>
            <a:prstDash val="solid"/>
          </a:ln>
          <a:effectLst>
            <a:outerShdw blurRad="171450" dist="19050" dir="5399999" algn="ctr" rotWithShape="0">
              <a:srgbClr val="FF7A00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3"/>
            </p:custDataLst>
          </p:nvPr>
        </p:nvSpPr>
        <p:spPr>
          <a:xfrm>
            <a:off x="4905375" y="2878455"/>
            <a:ext cx="381000" cy="381000"/>
          </a:xfrm>
          <a:custGeom>
            <a:avLst/>
            <a:gdLst>
              <a:gd name="sw" fmla="*/ 1 w 600"/>
              <a:gd name="sh" fmla="*/ 1 h 600"/>
              <a:gd name="mins" fmla="min sw sh"/>
              <a:gd name="dsw" fmla="+- 0 sw mins"/>
              <a:gd name="dsh" fmla="+- 0 sh mins"/>
              <a:gd name="p0x0" fmla="*/ 300 w 600"/>
              <a:gd name="p0y0" fmla="*/ 0 h 600"/>
              <a:gd name="p0x1" fmla="*/ 465 w 600"/>
              <a:gd name="p0y1" fmla="*/ 0 h 600"/>
              <a:gd name="p0x2" fmla="*/ 600 w 600"/>
              <a:gd name="p0y2" fmla="*/ 134 h 600"/>
              <a:gd name="p0x3" fmla="*/ 600 w 600"/>
              <a:gd name="p0y3" fmla="*/ 300 h 600"/>
              <a:gd name="p0x4" fmla="*/ 600 w 600"/>
              <a:gd name="p0y4" fmla="*/ 465 h 600"/>
              <a:gd name="p0x5" fmla="*/ 465 w 600"/>
              <a:gd name="p0y5" fmla="*/ 600 h 600"/>
              <a:gd name="p0x6" fmla="*/ 300 w 600"/>
              <a:gd name="p0y6" fmla="*/ 600 h 600"/>
              <a:gd name="p0x7" fmla="*/ 134 w 600"/>
              <a:gd name="p0y7" fmla="*/ 600 h 600"/>
              <a:gd name="p0x8" fmla="*/ 0 w 600"/>
              <a:gd name="p0y8" fmla="*/ 465 h 600"/>
              <a:gd name="p0x9" fmla="*/ 0 w 600"/>
              <a:gd name="p0y9" fmla="*/ 300 h 600"/>
              <a:gd name="p0x10" fmla="*/ 0 w 600"/>
              <a:gd name="p0y10" fmla="*/ 134 h 600"/>
              <a:gd name="p0x11" fmla="*/ 134 w 600"/>
              <a:gd name="p0y11" fmla="*/ 0 h 600"/>
              <a:gd name="p0x12" fmla="*/ 300 w 600"/>
              <a:gd name="p0y12" fmla="*/ 0 h 6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rgbClr val="FF7A00"/>
              </a:gs>
              <a:gs pos="100000">
                <a:srgbClr val="FFB800"/>
              </a:gs>
            </a:gsLst>
            <a:lin ang="2700000"/>
          </a:gradFill>
          <a:ln>
            <a:noFill/>
          </a:ln>
          <a:effectLst>
            <a:outerShdw blurRad="114300" dist="19050" dir="5399999" algn="ctr" rotWithShape="0">
              <a:srgbClr val="FF7A00">
                <a:alpha val="3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5010150" y="2952778"/>
            <a:ext cx="342900" cy="2228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35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02</a:t>
            </a:r>
            <a:endParaRPr sz="135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5438775" y="2945159"/>
            <a:ext cx="95250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核心能力</a:t>
            </a:r>
            <a:endParaRPr sz="15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5438775" y="3362354"/>
            <a:ext cx="7620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业务架构</a:t>
            </a:r>
            <a:endParaRPr sz="12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7"/>
            </p:custDataLst>
          </p:nvPr>
        </p:nvSpPr>
        <p:spPr>
          <a:xfrm>
            <a:off x="6276975" y="3360449"/>
            <a:ext cx="189157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</a:rPr>
              <a:t>·</a:t>
            </a:r>
            <a:endParaRPr sz="1200">
              <a:solidFill>
                <a:srgbClr val="9CA3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8"/>
            </p:custDataLst>
          </p:nvPr>
        </p:nvSpPr>
        <p:spPr>
          <a:xfrm>
            <a:off x="6542332" y="3362354"/>
            <a:ext cx="609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代运营</a:t>
            </a:r>
            <a:endParaRPr sz="12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9"/>
            </p:custDataLst>
          </p:nvPr>
        </p:nvSpPr>
        <p:spPr>
          <a:xfrm>
            <a:off x="7228132" y="3360449"/>
            <a:ext cx="189157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</a:rPr>
              <a:t>·</a:t>
            </a:r>
            <a:endParaRPr sz="1200">
              <a:solidFill>
                <a:srgbClr val="9CA3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0"/>
            </p:custDataLst>
          </p:nvPr>
        </p:nvSpPr>
        <p:spPr>
          <a:xfrm>
            <a:off x="7493498" y="3362354"/>
            <a:ext cx="4572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自营</a:t>
            </a:r>
            <a:endParaRPr sz="12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1"/>
            </p:custDataLst>
          </p:nvPr>
        </p:nvSpPr>
        <p:spPr>
          <a:xfrm>
            <a:off x="8026898" y="3360449"/>
            <a:ext cx="189157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</a:rPr>
              <a:t>·</a:t>
            </a:r>
            <a:endParaRPr sz="1200">
              <a:solidFill>
                <a:srgbClr val="9CA3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2"/>
            </p:custDataLst>
          </p:nvPr>
        </p:nvSpPr>
        <p:spPr>
          <a:xfrm>
            <a:off x="8292255" y="3362354"/>
            <a:ext cx="4572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技术</a:t>
            </a:r>
            <a:endParaRPr sz="12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3"/>
            </p:custDataLst>
          </p:nvPr>
        </p:nvSpPr>
        <p:spPr>
          <a:xfrm>
            <a:off x="8825655" y="3360449"/>
            <a:ext cx="189157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</a:rPr>
              <a:t>·</a:t>
            </a:r>
            <a:endParaRPr sz="1200">
              <a:solidFill>
                <a:srgbClr val="9CA3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4"/>
            </p:custDataLst>
          </p:nvPr>
        </p:nvSpPr>
        <p:spPr>
          <a:xfrm>
            <a:off x="9091022" y="3362354"/>
            <a:ext cx="4572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资源</a:t>
            </a:r>
            <a:endParaRPr sz="12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5"/>
            </p:custDataLst>
          </p:nvPr>
        </p:nvSpPr>
        <p:spPr>
          <a:xfrm>
            <a:off x="4671695" y="3974465"/>
            <a:ext cx="6905625" cy="1129665"/>
          </a:xfrm>
          <a:custGeom>
            <a:avLst/>
            <a:gdLst>
              <a:gd name="sw" fmla="*/ 1 w 10875"/>
              <a:gd name="sh" fmla="*/ 1 h 1778"/>
              <a:gd name="mins" fmla="min sw sh"/>
              <a:gd name="dsw" fmla="+- 0 sw mins"/>
              <a:gd name="dsh" fmla="+- 0 sh mins"/>
              <a:gd name="p0x0" fmla="*/ 180 w 10875"/>
              <a:gd name="p0y0" fmla="*/ 0 h 1778"/>
              <a:gd name="p0x1" fmla="*/ 10695 w 10875"/>
              <a:gd name="p0y1" fmla="*/ 0 h 1778"/>
              <a:gd name="p0x2" fmla="*/ 10794 w 10875"/>
              <a:gd name="p0y2" fmla="*/ 0 h 1778"/>
              <a:gd name="p0x3" fmla="*/ 10875 w 10875"/>
              <a:gd name="p0y3" fmla="*/ 80 h 1778"/>
              <a:gd name="p0x4" fmla="*/ 10875 w 10875"/>
              <a:gd name="p0y4" fmla="*/ 180 h 1778"/>
              <a:gd name="p0x5" fmla="*/ 10875 w 10875"/>
              <a:gd name="p0y5" fmla="*/ 1598 h 1778"/>
              <a:gd name="p0x6" fmla="*/ 10875 w 10875"/>
              <a:gd name="p0y6" fmla="*/ 1698 h 1778"/>
              <a:gd name="p0x7" fmla="*/ 10794 w 10875"/>
              <a:gd name="p0y7" fmla="*/ 1778 h 1778"/>
              <a:gd name="p0x8" fmla="*/ 10695 w 10875"/>
              <a:gd name="p0y8" fmla="*/ 1778 h 1778"/>
              <a:gd name="p0x9" fmla="*/ 180 w 10875"/>
              <a:gd name="p0y9" fmla="*/ 1778 h 1778"/>
              <a:gd name="p0x10" fmla="*/ 80 w 10875"/>
              <a:gd name="p0y10" fmla="*/ 1778 h 1778"/>
              <a:gd name="p0x11" fmla="*/ 0 w 10875"/>
              <a:gd name="p0y11" fmla="*/ 1698 h 1778"/>
              <a:gd name="p0x12" fmla="*/ 0 w 10875"/>
              <a:gd name="p0y12" fmla="*/ 1598 h 1778"/>
              <a:gd name="p0x13" fmla="*/ 0 w 10875"/>
              <a:gd name="p0y13" fmla="*/ 180 h 1778"/>
              <a:gd name="p0x14" fmla="*/ 0 w 10875"/>
              <a:gd name="p0y14" fmla="*/ 80 h 1778"/>
              <a:gd name="p0x15" fmla="*/ 80 w 10875"/>
              <a:gd name="p0y15" fmla="*/ 0 h 1778"/>
              <a:gd name="p0x16" fmla="*/ 180 w 10875"/>
              <a:gd name="p0y16" fmla="*/ 0 h 177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9525" cmpd="sng">
            <a:solidFill>
              <a:srgbClr val="FF7A00">
                <a:alpha val="14902"/>
              </a:srgbClr>
            </a:solidFill>
            <a:prstDash val="solid"/>
          </a:ln>
          <a:effectLst>
            <a:outerShdw blurRad="171450" dist="19050" dir="5399999" algn="ctr" rotWithShape="0">
              <a:srgbClr val="FF7A00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26"/>
            </p:custDataLst>
          </p:nvPr>
        </p:nvSpPr>
        <p:spPr>
          <a:xfrm>
            <a:off x="4905375" y="4169410"/>
            <a:ext cx="381000" cy="381000"/>
          </a:xfrm>
          <a:custGeom>
            <a:avLst/>
            <a:gdLst>
              <a:gd name="sw" fmla="*/ 1 w 600"/>
              <a:gd name="sh" fmla="*/ 1 h 600"/>
              <a:gd name="mins" fmla="min sw sh"/>
              <a:gd name="dsw" fmla="+- 0 sw mins"/>
              <a:gd name="dsh" fmla="+- 0 sh mins"/>
              <a:gd name="p0x0" fmla="*/ 300 w 600"/>
              <a:gd name="p0y0" fmla="*/ 0 h 600"/>
              <a:gd name="p0x1" fmla="*/ 465 w 600"/>
              <a:gd name="p0y1" fmla="*/ 0 h 600"/>
              <a:gd name="p0x2" fmla="*/ 600 w 600"/>
              <a:gd name="p0y2" fmla="*/ 134 h 600"/>
              <a:gd name="p0x3" fmla="*/ 600 w 600"/>
              <a:gd name="p0y3" fmla="*/ 300 h 600"/>
              <a:gd name="p0x4" fmla="*/ 600 w 600"/>
              <a:gd name="p0y4" fmla="*/ 465 h 600"/>
              <a:gd name="p0x5" fmla="*/ 465 w 600"/>
              <a:gd name="p0y5" fmla="*/ 600 h 600"/>
              <a:gd name="p0x6" fmla="*/ 300 w 600"/>
              <a:gd name="p0y6" fmla="*/ 600 h 600"/>
              <a:gd name="p0x7" fmla="*/ 134 w 600"/>
              <a:gd name="p0y7" fmla="*/ 600 h 600"/>
              <a:gd name="p0x8" fmla="*/ 0 w 600"/>
              <a:gd name="p0y8" fmla="*/ 465 h 600"/>
              <a:gd name="p0x9" fmla="*/ 0 w 600"/>
              <a:gd name="p0y9" fmla="*/ 300 h 600"/>
              <a:gd name="p0x10" fmla="*/ 0 w 600"/>
              <a:gd name="p0y10" fmla="*/ 134 h 600"/>
              <a:gd name="p0x11" fmla="*/ 134 w 600"/>
              <a:gd name="p0y11" fmla="*/ 0 h 600"/>
              <a:gd name="p0x12" fmla="*/ 300 w 600"/>
              <a:gd name="p0y12" fmla="*/ 0 h 6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rgbClr val="FF7A00"/>
              </a:gs>
              <a:gs pos="100000">
                <a:srgbClr val="FFB800"/>
              </a:gs>
            </a:gsLst>
            <a:lin ang="2700000"/>
          </a:gradFill>
          <a:ln>
            <a:noFill/>
          </a:ln>
          <a:effectLst>
            <a:outerShdw blurRad="114300" dist="19050" dir="5399999" algn="ctr" rotWithShape="0">
              <a:srgbClr val="FF7A00">
                <a:alpha val="3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7"/>
            </p:custDataLst>
          </p:nvPr>
        </p:nvSpPr>
        <p:spPr>
          <a:xfrm>
            <a:off x="5010150" y="4244311"/>
            <a:ext cx="342900" cy="2228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35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03</a:t>
            </a:r>
            <a:endParaRPr sz="135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28"/>
            </p:custDataLst>
          </p:nvPr>
        </p:nvSpPr>
        <p:spPr>
          <a:xfrm>
            <a:off x="5438775" y="4236691"/>
            <a:ext cx="114300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实证与规划</a:t>
            </a:r>
            <a:endParaRPr sz="15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29"/>
            </p:custDataLst>
          </p:nvPr>
        </p:nvSpPr>
        <p:spPr>
          <a:xfrm>
            <a:off x="5438775" y="4653886"/>
            <a:ext cx="7620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竞品分析</a:t>
            </a:r>
            <a:endParaRPr sz="12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30"/>
            </p:custDataLst>
          </p:nvPr>
        </p:nvSpPr>
        <p:spPr>
          <a:xfrm>
            <a:off x="6276975" y="4651982"/>
            <a:ext cx="189157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</a:rPr>
              <a:t>·</a:t>
            </a:r>
            <a:endParaRPr sz="1200">
              <a:solidFill>
                <a:srgbClr val="9CA3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31"/>
            </p:custDataLst>
          </p:nvPr>
        </p:nvSpPr>
        <p:spPr>
          <a:xfrm>
            <a:off x="6542332" y="4653886"/>
            <a:ext cx="4572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案例</a:t>
            </a:r>
            <a:endParaRPr sz="12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2"/>
            </p:custDataLst>
          </p:nvPr>
        </p:nvSpPr>
        <p:spPr>
          <a:xfrm>
            <a:off x="7075732" y="4651982"/>
            <a:ext cx="189157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</a:rPr>
              <a:t>·</a:t>
            </a:r>
            <a:endParaRPr sz="1200">
              <a:solidFill>
                <a:srgbClr val="9CA3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33"/>
            </p:custDataLst>
          </p:nvPr>
        </p:nvSpPr>
        <p:spPr>
          <a:xfrm>
            <a:off x="7341098" y="4653886"/>
            <a:ext cx="609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路线图</a:t>
            </a:r>
            <a:endParaRPr sz="12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34"/>
            </p:custDataLst>
          </p:nvPr>
        </p:nvSpPr>
        <p:spPr>
          <a:xfrm>
            <a:off x="8026898" y="4651982"/>
            <a:ext cx="189157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</a:rPr>
              <a:t>·</a:t>
            </a:r>
            <a:endParaRPr sz="1200">
              <a:solidFill>
                <a:srgbClr val="9CA3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5"/>
            </p:custDataLst>
          </p:nvPr>
        </p:nvSpPr>
        <p:spPr>
          <a:xfrm>
            <a:off x="8292255" y="4653886"/>
            <a:ext cx="609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落地表</a:t>
            </a:r>
            <a:endParaRPr sz="12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36"/>
            </p:custDataLst>
          </p:nvPr>
        </p:nvSpPr>
        <p:spPr>
          <a:xfrm>
            <a:off x="8978055" y="4651982"/>
            <a:ext cx="189157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</a:rPr>
              <a:t>·</a:t>
            </a:r>
            <a:endParaRPr sz="1200">
              <a:solidFill>
                <a:srgbClr val="9CA3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37"/>
            </p:custDataLst>
          </p:nvPr>
        </p:nvSpPr>
        <p:spPr>
          <a:xfrm>
            <a:off x="9243422" y="4653886"/>
            <a:ext cx="419252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ROI</a:t>
            </a:r>
            <a:endParaRPr sz="12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38"/>
            </p:custDataLst>
          </p:nvPr>
        </p:nvSpPr>
        <p:spPr>
          <a:xfrm>
            <a:off x="9738864" y="4651982"/>
            <a:ext cx="189157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</a:rPr>
              <a:t>·</a:t>
            </a:r>
            <a:endParaRPr sz="1200">
              <a:solidFill>
                <a:srgbClr val="9CA3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39"/>
            </p:custDataLst>
          </p:nvPr>
        </p:nvSpPr>
        <p:spPr>
          <a:xfrm>
            <a:off x="10004231" y="4653886"/>
            <a:ext cx="4572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</a:rPr>
              <a:t>风险</a:t>
            </a:r>
            <a:endParaRPr sz="12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40"/>
            </p:custDataLst>
          </p:nvPr>
        </p:nvSpPr>
        <p:spPr>
          <a:xfrm>
            <a:off x="4671695" y="5266055"/>
            <a:ext cx="6905625" cy="771525"/>
          </a:xfrm>
          <a:custGeom>
            <a:avLst/>
            <a:gdLst>
              <a:gd name="sw" fmla="*/ 1 w 10875"/>
              <a:gd name="sh" fmla="*/ 1 h 1215"/>
              <a:gd name="mins" fmla="min sw sh"/>
              <a:gd name="dsw" fmla="+- 0 sw mins"/>
              <a:gd name="dsh" fmla="+- 0 sh mins"/>
              <a:gd name="p0x0" fmla="*/ 180 w 10875"/>
              <a:gd name="p0y0" fmla="*/ 0 h 1215"/>
              <a:gd name="p0x1" fmla="*/ 10695 w 10875"/>
              <a:gd name="p0y1" fmla="*/ 0 h 1215"/>
              <a:gd name="p0x2" fmla="*/ 10794 w 10875"/>
              <a:gd name="p0y2" fmla="*/ 0 h 1215"/>
              <a:gd name="p0x3" fmla="*/ 10875 w 10875"/>
              <a:gd name="p0y3" fmla="*/ 80 h 1215"/>
              <a:gd name="p0x4" fmla="*/ 10875 w 10875"/>
              <a:gd name="p0y4" fmla="*/ 180 h 1215"/>
              <a:gd name="p0x5" fmla="*/ 10875 w 10875"/>
              <a:gd name="p0y5" fmla="*/ 1035 h 1215"/>
              <a:gd name="p0x6" fmla="*/ 10875 w 10875"/>
              <a:gd name="p0y6" fmla="*/ 1134 h 1215"/>
              <a:gd name="p0x7" fmla="*/ 10794 w 10875"/>
              <a:gd name="p0y7" fmla="*/ 1215 h 1215"/>
              <a:gd name="p0x8" fmla="*/ 10695 w 10875"/>
              <a:gd name="p0y8" fmla="*/ 1215 h 1215"/>
              <a:gd name="p0x9" fmla="*/ 180 w 10875"/>
              <a:gd name="p0y9" fmla="*/ 1215 h 1215"/>
              <a:gd name="p0x10" fmla="*/ 80 w 10875"/>
              <a:gd name="p0y10" fmla="*/ 1215 h 1215"/>
              <a:gd name="p0x11" fmla="*/ 0 w 10875"/>
              <a:gd name="p0y11" fmla="*/ 1134 h 1215"/>
              <a:gd name="p0x12" fmla="*/ 0 w 10875"/>
              <a:gd name="p0y12" fmla="*/ 1035 h 1215"/>
              <a:gd name="p0x13" fmla="*/ 0 w 10875"/>
              <a:gd name="p0y13" fmla="*/ 180 h 1215"/>
              <a:gd name="p0x14" fmla="*/ 0 w 10875"/>
              <a:gd name="p0y14" fmla="*/ 80 h 1215"/>
              <a:gd name="p0x15" fmla="*/ 80 w 10875"/>
              <a:gd name="p0y15" fmla="*/ 0 h 1215"/>
              <a:gd name="p0x16" fmla="*/ 180 w 10875"/>
              <a:gd name="p0y16" fmla="*/ 0 h 12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9525" cmpd="sng">
            <a:solidFill>
              <a:srgbClr val="FF7A00">
                <a:alpha val="14902"/>
              </a:srgbClr>
            </a:solidFill>
            <a:prstDash val="solid"/>
          </a:ln>
          <a:effectLst>
            <a:outerShdw blurRad="171450" dist="19050" dir="5399999" algn="ctr" rotWithShape="0">
              <a:srgbClr val="FF7A00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>
            <p:custDataLst>
              <p:tags r:id="rId41"/>
            </p:custDataLst>
          </p:nvPr>
        </p:nvSpPr>
        <p:spPr>
          <a:xfrm>
            <a:off x="4905375" y="5461000"/>
            <a:ext cx="381000" cy="381000"/>
          </a:xfrm>
          <a:custGeom>
            <a:avLst/>
            <a:gdLst>
              <a:gd name="sw" fmla="*/ 1 w 600"/>
              <a:gd name="sh" fmla="*/ 1 h 600"/>
              <a:gd name="mins" fmla="min sw sh"/>
              <a:gd name="dsw" fmla="+- 0 sw mins"/>
              <a:gd name="dsh" fmla="+- 0 sh mins"/>
              <a:gd name="p0x0" fmla="*/ 300 w 600"/>
              <a:gd name="p0y0" fmla="*/ 0 h 600"/>
              <a:gd name="p0x1" fmla="*/ 465 w 600"/>
              <a:gd name="p0y1" fmla="*/ 0 h 600"/>
              <a:gd name="p0x2" fmla="*/ 600 w 600"/>
              <a:gd name="p0y2" fmla="*/ 134 h 600"/>
              <a:gd name="p0x3" fmla="*/ 600 w 600"/>
              <a:gd name="p0y3" fmla="*/ 300 h 600"/>
              <a:gd name="p0x4" fmla="*/ 600 w 600"/>
              <a:gd name="p0y4" fmla="*/ 465 h 600"/>
              <a:gd name="p0x5" fmla="*/ 465 w 600"/>
              <a:gd name="p0y5" fmla="*/ 600 h 600"/>
              <a:gd name="p0x6" fmla="*/ 300 w 600"/>
              <a:gd name="p0y6" fmla="*/ 600 h 600"/>
              <a:gd name="p0x7" fmla="*/ 134 w 600"/>
              <a:gd name="p0y7" fmla="*/ 600 h 600"/>
              <a:gd name="p0x8" fmla="*/ 0 w 600"/>
              <a:gd name="p0y8" fmla="*/ 465 h 600"/>
              <a:gd name="p0x9" fmla="*/ 0 w 600"/>
              <a:gd name="p0y9" fmla="*/ 300 h 600"/>
              <a:gd name="p0x10" fmla="*/ 0 w 600"/>
              <a:gd name="p0y10" fmla="*/ 134 h 600"/>
              <a:gd name="p0x11" fmla="*/ 134 w 600"/>
              <a:gd name="p0y11" fmla="*/ 0 h 600"/>
              <a:gd name="p0x12" fmla="*/ 300 w 600"/>
              <a:gd name="p0y12" fmla="*/ 0 h 6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rgbClr val="FF7A00"/>
              </a:gs>
              <a:gs pos="100000">
                <a:srgbClr val="FFB800"/>
              </a:gs>
            </a:gsLst>
            <a:lin ang="2700000"/>
          </a:gradFill>
          <a:ln>
            <a:noFill/>
          </a:ln>
          <a:effectLst>
            <a:outerShdw blurRad="114300" dist="19050" dir="5399999" algn="ctr" rotWithShape="0">
              <a:srgbClr val="FF7A00">
                <a:alpha val="3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42"/>
            </p:custDataLst>
          </p:nvPr>
        </p:nvSpPr>
        <p:spPr>
          <a:xfrm>
            <a:off x="5010150" y="5535844"/>
            <a:ext cx="342900" cy="2228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35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04</a:t>
            </a:r>
            <a:endParaRPr sz="135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43"/>
            </p:custDataLst>
          </p:nvPr>
        </p:nvSpPr>
        <p:spPr>
          <a:xfrm>
            <a:off x="5438775" y="5528224"/>
            <a:ext cx="95250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合作邀约</a:t>
            </a:r>
            <a:endParaRPr sz="15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3F2FD"/>
            </a:gs>
            <a:gs pos="100000">
              <a:srgbClr val="F5F7FA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381000" y="325755"/>
            <a:ext cx="11811000" cy="4057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市场背景：</a:t>
            </a:r>
            <a:r>
              <a:rPr lang="en-US" altLang="zh-CN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AI</a:t>
            </a: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新媒体行业的变革机遇</a:t>
            </a:r>
            <a:endParaRPr lang="zh-CN" altLang="en-US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2"/>
            </p:custDataLst>
          </p:nvPr>
        </p:nvSpPr>
        <p:spPr>
          <a:xfrm>
            <a:off x="137795" y="995045"/>
            <a:ext cx="2800350" cy="1323975"/>
          </a:xfrm>
          <a:custGeom>
            <a:avLst/>
            <a:gdLst>
              <a:gd name="sw" fmla="*/ 1 w 4410"/>
              <a:gd name="sh" fmla="*/ 1 h 2085"/>
              <a:gd name="mins" fmla="min sw sh"/>
              <a:gd name="dsw" fmla="+- 0 sw mins"/>
              <a:gd name="dsh" fmla="+- 0 sh mins"/>
              <a:gd name="p0a0dx" fmla="*/ dsw 4447 1"/>
              <a:gd name="p0a0dy" fmla="*/ dsh 1747 1"/>
              <a:gd name="p0x0" fmla="*/ 180 w 4410"/>
              <a:gd name="p0y0" fmla="*/ 0 h 2085"/>
              <a:gd name="p0x1" fmla="*/ 4230 w 4410"/>
              <a:gd name="p0y1" fmla="*/ 0 h 2085"/>
              <a:gd name="p0x2" fmla="*/ 4329 w 4410"/>
              <a:gd name="p0y2" fmla="*/ 0 h 2085"/>
              <a:gd name="p0x3" fmla="*/ 4410 w 4410"/>
              <a:gd name="p0y3" fmla="*/ 80 h 2085"/>
              <a:gd name="p0x4" fmla="*/ 4410 w 4410"/>
              <a:gd name="p0y4" fmla="*/ 180 h 2085"/>
              <a:gd name="p0x5s" fmla="*/ 4410 mins 1"/>
              <a:gd name="p0x5" fmla="+- p0x5s p0a0dx 0"/>
              <a:gd name="p0y5s" fmla="*/ 1905 mins 1"/>
              <a:gd name="p0y5" fmla="+- p0y5s p0a0dy 0"/>
              <a:gd name="p0x6" fmla="*/ 4410 w 4410"/>
              <a:gd name="p0y6" fmla="*/ 2004 h 2085"/>
              <a:gd name="p0x7" fmla="*/ 4329 w 4410"/>
              <a:gd name="p0y7" fmla="*/ 2085 h 2085"/>
              <a:gd name="p0x8" fmla="*/ 4230 w 4410"/>
              <a:gd name="p0y8" fmla="*/ 2085 h 2085"/>
              <a:gd name="p0x9" fmla="*/ 180 w 4410"/>
              <a:gd name="p0y9" fmla="*/ 2085 h 2085"/>
              <a:gd name="p0x10" fmla="*/ 80 w 4410"/>
              <a:gd name="p0y10" fmla="*/ 2085 h 2085"/>
              <a:gd name="p0x11" fmla="*/ 0 w 4410"/>
              <a:gd name="p0y11" fmla="*/ 2004 h 2085"/>
              <a:gd name="p0x12" fmla="*/ 0 w 4410"/>
              <a:gd name="p0y12" fmla="*/ 1905 h 2085"/>
              <a:gd name="p0x13" fmla="*/ 0 w 4410"/>
              <a:gd name="p0y13" fmla="*/ 180 h 2085"/>
              <a:gd name="p0x14" fmla="*/ 0 w 4410"/>
              <a:gd name="p0y14" fmla="*/ 80 h 2085"/>
              <a:gd name="p0x15" fmla="*/ 80 w 4410"/>
              <a:gd name="p0y15" fmla="*/ 0 h 2085"/>
              <a:gd name="p0x16" fmla="*/ 180 w 4410"/>
              <a:gd name="p0y16" fmla="*/ 0 h 2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17145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517179" y="1045845"/>
            <a:ext cx="2499417" cy="746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en-US" sz="3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4000</a:t>
            </a:r>
            <a:r>
              <a:rPr lang="zh-CN" sz="3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亿元</a:t>
            </a:r>
            <a:endParaRPr lang="zh-CN" sz="3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648595" y="1827848"/>
            <a:ext cx="1779394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 lang="en-US" alt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</a:t>
            </a:r>
            <a:r>
              <a:rPr lang="zh-CN" alt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全域营销市场规模</a:t>
            </a:r>
            <a:endParaRPr lang="zh-CN" altLang="en-US"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860527" y="2027873"/>
            <a:ext cx="1355531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 lang="zh-CN" altLang="en-US" sz="1050" b="1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年复合增长率超</a:t>
            </a:r>
            <a:r>
              <a:rPr lang="en-US" altLang="zh-CN" sz="1050" b="1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50%</a:t>
            </a:r>
            <a:endParaRPr lang="en-US" altLang="zh-CN" sz="1050" b="1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6"/>
            </p:custDataLst>
          </p:nvPr>
        </p:nvSpPr>
        <p:spPr>
          <a:xfrm>
            <a:off x="3176270" y="995045"/>
            <a:ext cx="2800350" cy="1323975"/>
          </a:xfrm>
          <a:custGeom>
            <a:avLst/>
            <a:gdLst>
              <a:gd name="sw" fmla="*/ 1 w 4410"/>
              <a:gd name="sh" fmla="*/ 1 h 2085"/>
              <a:gd name="mins" fmla="min sw sh"/>
              <a:gd name="dsw" fmla="+- 0 sw mins"/>
              <a:gd name="dsh" fmla="+- 0 sh mins"/>
              <a:gd name="p0x0" fmla="*/ 180 w 4410"/>
              <a:gd name="p0y0" fmla="*/ 0 h 2085"/>
              <a:gd name="p0x1" fmla="*/ 4230 w 4410"/>
              <a:gd name="p0y1" fmla="*/ 0 h 2085"/>
              <a:gd name="p0x2" fmla="*/ 4329 w 4410"/>
              <a:gd name="p0y2" fmla="*/ 0 h 2085"/>
              <a:gd name="p0x3" fmla="*/ 4410 w 4410"/>
              <a:gd name="p0y3" fmla="*/ 80 h 2085"/>
              <a:gd name="p0x4" fmla="*/ 4410 w 4410"/>
              <a:gd name="p0y4" fmla="*/ 180 h 2085"/>
              <a:gd name="p0x5" fmla="*/ 4410 w 4410"/>
              <a:gd name="p0y5" fmla="*/ 1905 h 2085"/>
              <a:gd name="p0x6" fmla="*/ 4410 w 4410"/>
              <a:gd name="p0y6" fmla="*/ 2004 h 2085"/>
              <a:gd name="p0x7" fmla="*/ 4329 w 4410"/>
              <a:gd name="p0y7" fmla="*/ 2085 h 2085"/>
              <a:gd name="p0x8" fmla="*/ 4230 w 4410"/>
              <a:gd name="p0y8" fmla="*/ 2085 h 2085"/>
              <a:gd name="p0x9" fmla="*/ 180 w 4410"/>
              <a:gd name="p0y9" fmla="*/ 2085 h 2085"/>
              <a:gd name="p0x10" fmla="*/ 80 w 4410"/>
              <a:gd name="p0y10" fmla="*/ 2085 h 2085"/>
              <a:gd name="p0x11" fmla="*/ 0 w 4410"/>
              <a:gd name="p0y11" fmla="*/ 2004 h 2085"/>
              <a:gd name="p0x12" fmla="*/ 0 w 4410"/>
              <a:gd name="p0y12" fmla="*/ 1905 h 2085"/>
              <a:gd name="p0x13" fmla="*/ 0 w 4410"/>
              <a:gd name="p0y13" fmla="*/ 180 h 2085"/>
              <a:gd name="p0x14" fmla="*/ 0 w 4410"/>
              <a:gd name="p0y14" fmla="*/ 80 h 2085"/>
              <a:gd name="p0x15" fmla="*/ 80 w 4410"/>
              <a:gd name="p0y15" fmla="*/ 0 h 2085"/>
              <a:gd name="p0x16" fmla="*/ 180 w 4410"/>
              <a:gd name="p0y16" fmla="*/ 0 h 2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17145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3555654" y="1045845"/>
            <a:ext cx="2499417" cy="746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en-US" sz="3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1800</a:t>
            </a:r>
            <a:r>
              <a:rPr lang="zh-CN" sz="3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亿元</a:t>
            </a:r>
            <a:endParaRPr lang="zh-CN" sz="3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3938883" y="1827848"/>
            <a:ext cx="1275759" cy="4210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 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驱动广告市场规模</a:t>
            </a:r>
            <a:endParaRPr lang="zh-CN"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lang="zh-CN" sz="105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占互联网广告</a:t>
            </a:r>
            <a:r>
              <a:rPr lang="en-US" altLang="zh-CN" sz="105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42.9%</a:t>
            </a:r>
            <a:endParaRPr lang="en-US" altLang="zh-CN" sz="1050" b="1">
              <a:solidFill>
                <a:srgbClr val="8B5C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9"/>
            </p:custDataLst>
          </p:nvPr>
        </p:nvSpPr>
        <p:spPr>
          <a:xfrm>
            <a:off x="6214745" y="995045"/>
            <a:ext cx="2800350" cy="1323975"/>
          </a:xfrm>
          <a:custGeom>
            <a:avLst/>
            <a:gdLst>
              <a:gd name="sw" fmla="*/ 1 w 4410"/>
              <a:gd name="sh" fmla="*/ 1 h 2085"/>
              <a:gd name="mins" fmla="min sw sh"/>
              <a:gd name="dsw" fmla="+- 0 sw mins"/>
              <a:gd name="dsh" fmla="+- 0 sh mins"/>
              <a:gd name="p0x0" fmla="*/ 180 w 4410"/>
              <a:gd name="p0y0" fmla="*/ 0 h 2085"/>
              <a:gd name="p0x1" fmla="*/ 4230 w 4410"/>
              <a:gd name="p0y1" fmla="*/ 0 h 2085"/>
              <a:gd name="p0x2" fmla="*/ 4329 w 4410"/>
              <a:gd name="p0y2" fmla="*/ 0 h 2085"/>
              <a:gd name="p0x3" fmla="*/ 4410 w 4410"/>
              <a:gd name="p0y3" fmla="*/ 80 h 2085"/>
              <a:gd name="p0x4" fmla="*/ 4410 w 4410"/>
              <a:gd name="p0y4" fmla="*/ 180 h 2085"/>
              <a:gd name="p0x5" fmla="*/ 4410 w 4410"/>
              <a:gd name="p0y5" fmla="*/ 1905 h 2085"/>
              <a:gd name="p0x6" fmla="*/ 4410 w 4410"/>
              <a:gd name="p0y6" fmla="*/ 2004 h 2085"/>
              <a:gd name="p0x7" fmla="*/ 4329 w 4410"/>
              <a:gd name="p0y7" fmla="*/ 2085 h 2085"/>
              <a:gd name="p0x8" fmla="*/ 4230 w 4410"/>
              <a:gd name="p0y8" fmla="*/ 2085 h 2085"/>
              <a:gd name="p0x9" fmla="*/ 180 w 4410"/>
              <a:gd name="p0y9" fmla="*/ 2085 h 2085"/>
              <a:gd name="p0x10" fmla="*/ 80 w 4410"/>
              <a:gd name="p0y10" fmla="*/ 2085 h 2085"/>
              <a:gd name="p0x11" fmla="*/ 0 w 4410"/>
              <a:gd name="p0y11" fmla="*/ 2004 h 2085"/>
              <a:gd name="p0x12" fmla="*/ 0 w 4410"/>
              <a:gd name="p0y12" fmla="*/ 1905 h 2085"/>
              <a:gd name="p0x13" fmla="*/ 0 w 4410"/>
              <a:gd name="p0y13" fmla="*/ 180 h 2085"/>
              <a:gd name="p0x14" fmla="*/ 0 w 4410"/>
              <a:gd name="p0y14" fmla="*/ 80 h 2085"/>
              <a:gd name="p0x15" fmla="*/ 80 w 4410"/>
              <a:gd name="p0y15" fmla="*/ 0 h 2085"/>
              <a:gd name="p0x16" fmla="*/ 180 w 4410"/>
              <a:gd name="p0y16" fmla="*/ 0 h 2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17145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6898329" y="1045845"/>
            <a:ext cx="1890865" cy="746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en-US" sz="3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5.15</a:t>
            </a:r>
            <a:r>
              <a:rPr lang="zh-CN" sz="3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亿</a:t>
            </a:r>
            <a:endParaRPr lang="zh-CN" sz="3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7015315" y="1827848"/>
            <a:ext cx="1199854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 lang="zh-CN" alt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生成式</a:t>
            </a:r>
            <a:r>
              <a:rPr lang="en-US" altLang="zh-CN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用户规模</a:t>
            </a:r>
            <a:endParaRPr lang="zh-CN" altLang="en-US"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7144055" y="2027873"/>
            <a:ext cx="942384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 lang="zh-CN" altLang="en-US" sz="1050" b="1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普及率</a:t>
            </a:r>
            <a:r>
              <a:rPr lang="en-US" altLang="zh-CN" sz="1050" b="1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36.5%</a:t>
            </a:r>
            <a:endParaRPr lang="en-US" altLang="zh-CN" sz="1050" b="1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3"/>
            </p:custDataLst>
          </p:nvPr>
        </p:nvSpPr>
        <p:spPr>
          <a:xfrm>
            <a:off x="9253220" y="995045"/>
            <a:ext cx="2800350" cy="1323975"/>
          </a:xfrm>
          <a:custGeom>
            <a:avLst/>
            <a:gdLst>
              <a:gd name="sw" fmla="*/ 1 w 4410"/>
              <a:gd name="sh" fmla="*/ 1 h 2085"/>
              <a:gd name="mins" fmla="min sw sh"/>
              <a:gd name="dsw" fmla="+- 0 sw mins"/>
              <a:gd name="dsh" fmla="+- 0 sh mins"/>
              <a:gd name="p0x0" fmla="*/ 180 w 4410"/>
              <a:gd name="p0y0" fmla="*/ 0 h 2085"/>
              <a:gd name="p0x1" fmla="*/ 4230 w 4410"/>
              <a:gd name="p0y1" fmla="*/ 0 h 2085"/>
              <a:gd name="p0x2" fmla="*/ 4329 w 4410"/>
              <a:gd name="p0y2" fmla="*/ 0 h 2085"/>
              <a:gd name="p0x3" fmla="*/ 4410 w 4410"/>
              <a:gd name="p0y3" fmla="*/ 80 h 2085"/>
              <a:gd name="p0x4" fmla="*/ 4410 w 4410"/>
              <a:gd name="p0y4" fmla="*/ 180 h 2085"/>
              <a:gd name="p0x5" fmla="*/ 4410 w 4410"/>
              <a:gd name="p0y5" fmla="*/ 1905 h 2085"/>
              <a:gd name="p0x6" fmla="*/ 4410 w 4410"/>
              <a:gd name="p0y6" fmla="*/ 2004 h 2085"/>
              <a:gd name="p0x7" fmla="*/ 4329 w 4410"/>
              <a:gd name="p0y7" fmla="*/ 2085 h 2085"/>
              <a:gd name="p0x8" fmla="*/ 4230 w 4410"/>
              <a:gd name="p0y8" fmla="*/ 2085 h 2085"/>
              <a:gd name="p0x9" fmla="*/ 180 w 4410"/>
              <a:gd name="p0y9" fmla="*/ 2085 h 2085"/>
              <a:gd name="p0x10" fmla="*/ 80 w 4410"/>
              <a:gd name="p0y10" fmla="*/ 2085 h 2085"/>
              <a:gd name="p0x11" fmla="*/ 0 w 4410"/>
              <a:gd name="p0y11" fmla="*/ 2004 h 2085"/>
              <a:gd name="p0x12" fmla="*/ 0 w 4410"/>
              <a:gd name="p0y12" fmla="*/ 1905 h 2085"/>
              <a:gd name="p0x13" fmla="*/ 0 w 4410"/>
              <a:gd name="p0y13" fmla="*/ 180 h 2085"/>
              <a:gd name="p0x14" fmla="*/ 0 w 4410"/>
              <a:gd name="p0y14" fmla="*/ 80 h 2085"/>
              <a:gd name="p0x15" fmla="*/ 80 w 4410"/>
              <a:gd name="p0y15" fmla="*/ 0 h 2085"/>
              <a:gd name="p0x16" fmla="*/ 180 w 4410"/>
              <a:gd name="p0y16" fmla="*/ 0 h 2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17145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10158861" y="1045845"/>
            <a:ext cx="1446904" cy="746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3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45%</a:t>
            </a:r>
            <a:endParaRPr sz="3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10053790" y="1827848"/>
            <a:ext cx="1199854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 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推荐购买转化率</a:t>
            </a:r>
            <a:endParaRPr lang="zh-CN"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10079089" y="2027873"/>
            <a:ext cx="1149105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 lang="zh-CN" altLang="en-US" sz="105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为传统广告的</a:t>
            </a:r>
            <a:r>
              <a:rPr lang="en-US" altLang="zh-CN" sz="105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05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倍</a:t>
            </a:r>
            <a:endParaRPr lang="zh-CN" altLang="en-US" sz="1050" b="1">
              <a:solidFill>
                <a:srgbClr val="8B5C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7"/>
            </p:custDataLst>
          </p:nvPr>
        </p:nvSpPr>
        <p:spPr>
          <a:xfrm>
            <a:off x="266700" y="2552700"/>
            <a:ext cx="4762500" cy="2590800"/>
          </a:xfrm>
          <a:custGeom>
            <a:avLst/>
            <a:gdLst>
              <a:gd name="sw" fmla="*/ 1 w 7500"/>
              <a:gd name="sh" fmla="*/ 1 h 4080"/>
              <a:gd name="mins" fmla="min sw sh"/>
              <a:gd name="dsw" fmla="+- 0 sw mins"/>
              <a:gd name="dsh" fmla="+- 0 sh mins"/>
              <a:gd name="p0x0" fmla="*/ 180 w 7500"/>
              <a:gd name="p0y0" fmla="*/ 0 h 4080"/>
              <a:gd name="p0x1" fmla="*/ 7320 w 7500"/>
              <a:gd name="p0y1" fmla="*/ 0 h 4080"/>
              <a:gd name="p0x2" fmla="*/ 7419 w 7500"/>
              <a:gd name="p0y2" fmla="*/ 0 h 4080"/>
              <a:gd name="p0x3" fmla="*/ 7500 w 7500"/>
              <a:gd name="p0y3" fmla="*/ 80 h 4080"/>
              <a:gd name="p0x4" fmla="*/ 7500 w 7500"/>
              <a:gd name="p0y4" fmla="*/ 180 h 4080"/>
              <a:gd name="p0x5" fmla="*/ 7500 w 7500"/>
              <a:gd name="p0y5" fmla="*/ 3900 h 4080"/>
              <a:gd name="p0x6" fmla="*/ 7500 w 7500"/>
              <a:gd name="p0y6" fmla="*/ 3999 h 4080"/>
              <a:gd name="p0x7" fmla="*/ 7419 w 7500"/>
              <a:gd name="p0y7" fmla="*/ 4080 h 4080"/>
              <a:gd name="p0x8" fmla="*/ 7320 w 7500"/>
              <a:gd name="p0y8" fmla="*/ 4080 h 4080"/>
              <a:gd name="p0x9" fmla="*/ 180 w 7500"/>
              <a:gd name="p0y9" fmla="*/ 4080 h 4080"/>
              <a:gd name="p0x10" fmla="*/ 80 w 7500"/>
              <a:gd name="p0y10" fmla="*/ 4080 h 4080"/>
              <a:gd name="p0x11" fmla="*/ 0 w 7500"/>
              <a:gd name="p0y11" fmla="*/ 3999 h 4080"/>
              <a:gd name="p0x12" fmla="*/ 0 w 7500"/>
              <a:gd name="p0y12" fmla="*/ 3900 h 4080"/>
              <a:gd name="p0x13" fmla="*/ 0 w 7500"/>
              <a:gd name="p0y13" fmla="*/ 180 h 4080"/>
              <a:gd name="p0x14" fmla="*/ 0 w 7500"/>
              <a:gd name="p0y14" fmla="*/ 80 h 4080"/>
              <a:gd name="p0x15" fmla="*/ 80 w 7500"/>
              <a:gd name="p0y15" fmla="*/ 0 h 4080"/>
              <a:gd name="p0x16" fmla="*/ 180 w 7500"/>
              <a:gd name="p0y16" fmla="*/ 0 h 40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>
            <a:noFill/>
          </a:ln>
          <a:effectLst>
            <a:outerShdw blurRad="114300" dist="19050" dir="5399999" algn="ctr" rotWithShape="0">
              <a:srgbClr val="2563EB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8"/>
            </p:custDataLst>
          </p:nvPr>
        </p:nvSpPr>
        <p:spPr>
          <a:xfrm>
            <a:off x="457200" y="2755583"/>
            <a:ext cx="4381500" cy="2228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en-US" sz="135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GEO</a:t>
            </a:r>
            <a:r>
              <a:rPr lang="zh-CN" sz="135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成为新流量战场</a:t>
            </a:r>
            <a:endParaRPr lang="zh-CN" sz="135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9"/>
            </p:custDataLst>
          </p:nvPr>
        </p:nvSpPr>
        <p:spPr>
          <a:xfrm>
            <a:off x="457200" y="3059430"/>
            <a:ext cx="4381500" cy="44758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预计</a:t>
            </a:r>
            <a:r>
              <a:rPr lang="en-US" altLang="zh-CN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</a:t>
            </a:r>
            <a:r>
              <a:rPr lang="zh-CN" alt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年传统搜索引擎流量减少</a:t>
            </a:r>
            <a:r>
              <a:rPr sz="10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25%</a:t>
            </a:r>
            <a:r>
              <a:rPr lang="zh-CN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，品牌需构建</a:t>
            </a:r>
            <a:r>
              <a:rPr lang="en-US" altLang="zh-CN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友好的权威知识源才能被大模型推荐。超</a:t>
            </a:r>
            <a:r>
              <a:rPr lang="en-US" altLang="zh-CN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70%</a:t>
            </a:r>
            <a:r>
              <a:rPr lang="zh-CN" alt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中大型企业已将</a:t>
            </a:r>
            <a:r>
              <a:rPr lang="en-US" altLang="zh-CN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GEO</a:t>
            </a:r>
            <a:r>
              <a:rPr lang="zh-CN" alt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纳入年度核心营销预算。</a:t>
            </a:r>
            <a:endParaRPr lang="zh-CN" altLang="en-US"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0"/>
            </p:custDataLst>
          </p:nvPr>
        </p:nvSpPr>
        <p:spPr>
          <a:xfrm>
            <a:off x="457200" y="3667897"/>
            <a:ext cx="4381500" cy="2228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35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用户行为变迁</a:t>
            </a:r>
            <a:endParaRPr sz="135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1"/>
            </p:custDataLst>
          </p:nvPr>
        </p:nvSpPr>
        <p:spPr>
          <a:xfrm>
            <a:off x="457200" y="3971744"/>
            <a:ext cx="4381500" cy="44758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62%</a:t>
            </a:r>
            <a:r>
              <a:rPr lang="zh-CN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网民转向</a:t>
            </a:r>
            <a:r>
              <a:rPr lang="en-US" altLang="zh-CN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对话式搜索</a:t>
            </a:r>
            <a:r>
              <a:rPr lang="en-US" altLang="zh-CN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获取商业信息，</a:t>
            </a:r>
            <a:r>
              <a:rPr sz="1050" b="1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</a:rPr>
              <a:t>88%</a:t>
            </a:r>
            <a:r>
              <a:rPr lang="zh-CN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用户接受</a:t>
            </a:r>
            <a:r>
              <a:rPr lang="en-US" altLang="zh-CN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对话场景中的推荐广告。</a:t>
            </a:r>
            <a:endParaRPr lang="zh-CN" altLang="en-US"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2"/>
            </p:custDataLst>
          </p:nvPr>
        </p:nvSpPr>
        <p:spPr>
          <a:xfrm>
            <a:off x="457200" y="4580220"/>
            <a:ext cx="4381500" cy="2228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35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行业痛点</a:t>
            </a:r>
            <a:endParaRPr sz="135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3"/>
            </p:custDataLst>
          </p:nvPr>
        </p:nvSpPr>
        <p:spPr>
          <a:xfrm>
            <a:off x="457200" y="4884067"/>
            <a:ext cx="4381500" cy="6608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传统营销模式下，营销广告与渠道佣金合计吞噬商品售价的</a:t>
            </a:r>
            <a:r>
              <a:rPr sz="10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</a:rPr>
              <a:t>50%-80%</a:t>
            </a: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，品牌净利润不足</a:t>
            </a:r>
            <a:r>
              <a:rPr sz="10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</a:rPr>
              <a:t>10%</a:t>
            </a: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。部分平台获客成本上涨近</a:t>
            </a:r>
            <a:r>
              <a:rPr lang="en-US" sz="10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r>
              <a:rPr lang="zh-CN" altLang="en-US" sz="10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倍</a:t>
            </a:r>
            <a:r>
              <a:rPr lang="zh-CN" alt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不投没流量、投了不赚钱</a:t>
            </a:r>
            <a:r>
              <a:rPr lang="en-US" altLang="zh-CN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成为普遍困境。</a:t>
            </a:r>
            <a:endParaRPr lang="zh-CN" altLang="en-US"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4"/>
            </p:custDataLst>
          </p:nvPr>
        </p:nvSpPr>
        <p:spPr>
          <a:xfrm>
            <a:off x="5257800" y="2552700"/>
            <a:ext cx="6667500" cy="2590800"/>
          </a:xfrm>
          <a:custGeom>
            <a:avLst/>
            <a:gdLst>
              <a:gd name="sw" fmla="*/ 1 w 10500"/>
              <a:gd name="sh" fmla="*/ 1 h 4080"/>
              <a:gd name="mins" fmla="min sw sh"/>
              <a:gd name="dsw" fmla="+- 0 sw mins"/>
              <a:gd name="dsh" fmla="+- 0 sh mins"/>
              <a:gd name="p0x0" fmla="*/ 180 w 10500"/>
              <a:gd name="p0y0" fmla="*/ 0 h 4080"/>
              <a:gd name="p0x1" fmla="*/ 10320 w 10500"/>
              <a:gd name="p0y1" fmla="*/ 0 h 4080"/>
              <a:gd name="p0x2" fmla="*/ 10419 w 10500"/>
              <a:gd name="p0y2" fmla="*/ 0 h 4080"/>
              <a:gd name="p0x3" fmla="*/ 10500 w 10500"/>
              <a:gd name="p0y3" fmla="*/ 80 h 4080"/>
              <a:gd name="p0x4" fmla="*/ 10500 w 10500"/>
              <a:gd name="p0y4" fmla="*/ 180 h 4080"/>
              <a:gd name="p0x5" fmla="*/ 10500 w 10500"/>
              <a:gd name="p0y5" fmla="*/ 3900 h 4080"/>
              <a:gd name="p0x6" fmla="*/ 10500 w 10500"/>
              <a:gd name="p0y6" fmla="*/ 3999 h 4080"/>
              <a:gd name="p0x7" fmla="*/ 10419 w 10500"/>
              <a:gd name="p0y7" fmla="*/ 4080 h 4080"/>
              <a:gd name="p0x8" fmla="*/ 10320 w 10500"/>
              <a:gd name="p0y8" fmla="*/ 4080 h 4080"/>
              <a:gd name="p0x9" fmla="*/ 180 w 10500"/>
              <a:gd name="p0y9" fmla="*/ 4080 h 4080"/>
              <a:gd name="p0x10" fmla="*/ 80 w 10500"/>
              <a:gd name="p0y10" fmla="*/ 4080 h 4080"/>
              <a:gd name="p0x11" fmla="*/ 0 w 10500"/>
              <a:gd name="p0y11" fmla="*/ 3999 h 4080"/>
              <a:gd name="p0x12" fmla="*/ 0 w 10500"/>
              <a:gd name="p0y12" fmla="*/ 3900 h 4080"/>
              <a:gd name="p0x13" fmla="*/ 0 w 10500"/>
              <a:gd name="p0y13" fmla="*/ 180 h 4080"/>
              <a:gd name="p0x14" fmla="*/ 0 w 10500"/>
              <a:gd name="p0y14" fmla="*/ 80 h 4080"/>
              <a:gd name="p0x15" fmla="*/ 80 w 10500"/>
              <a:gd name="p0y15" fmla="*/ 0 h 4080"/>
              <a:gd name="p0x16" fmla="*/ 180 w 10500"/>
              <a:gd name="p0y16" fmla="*/ 0 h 40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>
            <a:noFill/>
          </a:ln>
          <a:effectLst>
            <a:outerShdw blurRad="114300" dist="19050" dir="5399999" algn="ctr" rotWithShape="0">
              <a:srgbClr val="2563EB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5"/>
            </p:custDataLst>
          </p:nvPr>
        </p:nvSpPr>
        <p:spPr>
          <a:xfrm>
            <a:off x="5505450" y="2720340"/>
            <a:ext cx="626745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2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行业痛点</a:t>
            </a:r>
            <a:r>
              <a:rPr lang="en-US" altLang="zh-CN" sz="12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- </a:t>
            </a:r>
            <a:r>
              <a:rPr lang="zh-CN" altLang="en-US" sz="12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成本结构分析</a:t>
            </a:r>
            <a:endParaRPr lang="zh-CN" altLang="en-US" sz="12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7" name="图片 26"/>
          <p:cNvPicPr/>
          <p:nvPr>
            <p:custDataLst>
              <p:tags r:id="rId26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5410200" y="3009900"/>
            <a:ext cx="6362700" cy="198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  <p:sp>
        <p:nvSpPr>
          <p:cNvPr id="28" name="任意多边形 27"/>
          <p:cNvSpPr/>
          <p:nvPr>
            <p:custDataLst>
              <p:tags r:id="rId28"/>
            </p:custDataLst>
          </p:nvPr>
        </p:nvSpPr>
        <p:spPr>
          <a:xfrm>
            <a:off x="1871345" y="5334000"/>
            <a:ext cx="1600200" cy="457200"/>
          </a:xfrm>
          <a:custGeom>
            <a:avLst/>
            <a:gdLst>
              <a:gd name="sw" fmla="*/ 1 w 2520"/>
              <a:gd name="sh" fmla="*/ 1 h 720"/>
              <a:gd name="mins" fmla="min sw sh"/>
              <a:gd name="dsw" fmla="+- 0 sw mins"/>
              <a:gd name="dsh" fmla="+- 0 sh mins"/>
              <a:gd name="p0x0" fmla="*/ 120 w 2520"/>
              <a:gd name="p0y0" fmla="*/ 0 h 720"/>
              <a:gd name="p0x1" fmla="*/ 2400 w 2520"/>
              <a:gd name="p0y1" fmla="*/ 0 h 720"/>
              <a:gd name="p0x2" fmla="*/ 2466 w 2520"/>
              <a:gd name="p0y2" fmla="*/ 0 h 720"/>
              <a:gd name="p0x3" fmla="*/ 2520 w 2520"/>
              <a:gd name="p0y3" fmla="*/ 53 h 720"/>
              <a:gd name="p0x4" fmla="*/ 2520 w 2520"/>
              <a:gd name="p0y4" fmla="*/ 120 h 720"/>
              <a:gd name="p0x5" fmla="*/ 2520 w 2520"/>
              <a:gd name="p0y5" fmla="*/ 600 h 720"/>
              <a:gd name="p0x6" fmla="*/ 2520 w 2520"/>
              <a:gd name="p0y6" fmla="*/ 666 h 720"/>
              <a:gd name="p0x7" fmla="*/ 2466 w 2520"/>
              <a:gd name="p0y7" fmla="*/ 720 h 720"/>
              <a:gd name="p0x8" fmla="*/ 2400 w 2520"/>
              <a:gd name="p0y8" fmla="*/ 720 h 720"/>
              <a:gd name="p0x9" fmla="*/ 120 w 2520"/>
              <a:gd name="p0y9" fmla="*/ 720 h 720"/>
              <a:gd name="p0x10" fmla="*/ 53 w 2520"/>
              <a:gd name="p0y10" fmla="*/ 720 h 720"/>
              <a:gd name="p0x11" fmla="*/ 0 w 2520"/>
              <a:gd name="p0y11" fmla="*/ 666 h 720"/>
              <a:gd name="p0x12" fmla="*/ 0 w 2520"/>
              <a:gd name="p0y12" fmla="*/ 600 h 720"/>
              <a:gd name="p0x13" fmla="*/ 0 w 2520"/>
              <a:gd name="p0y13" fmla="*/ 120 h 720"/>
              <a:gd name="p0x14" fmla="*/ 0 w 2520"/>
              <a:gd name="p0y14" fmla="*/ 53 h 720"/>
              <a:gd name="p0x15" fmla="*/ 53 w 2520"/>
              <a:gd name="p0y15" fmla="*/ 0 h 720"/>
              <a:gd name="p0x16" fmla="*/ 120 w 2520"/>
              <a:gd name="p0y16" fmla="*/ 0 h 7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 t="-7143" b="-7143"/>
          <a:stretch>
            <a:fillRect/>
          </a:stretch>
        </p:blipFill>
        <p:spPr>
          <a:xfrm>
            <a:off x="2099945" y="5448300"/>
            <a:ext cx="228600" cy="228600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32"/>
            </p:custDataLst>
          </p:nvPr>
        </p:nvSpPr>
        <p:spPr>
          <a:xfrm>
            <a:off x="2443163" y="5452110"/>
            <a:ext cx="93345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矩阵时代结束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33"/>
            </p:custDataLst>
          </p:nvPr>
        </p:nvSpPr>
        <p:spPr>
          <a:xfrm>
            <a:off x="4233545" y="5334000"/>
            <a:ext cx="1628775" cy="457200"/>
          </a:xfrm>
          <a:custGeom>
            <a:avLst/>
            <a:gdLst>
              <a:gd name="sw" fmla="*/ 1 w 2565"/>
              <a:gd name="sh" fmla="*/ 1 h 720"/>
              <a:gd name="mins" fmla="min sw sh"/>
              <a:gd name="dsw" fmla="+- 0 sw mins"/>
              <a:gd name="dsh" fmla="+- 0 sh mins"/>
              <a:gd name="p0x0" fmla="*/ 120 w 2565"/>
              <a:gd name="p0y0" fmla="*/ 0 h 720"/>
              <a:gd name="p0x1" fmla="*/ 2445 w 2565"/>
              <a:gd name="p0y1" fmla="*/ 0 h 720"/>
              <a:gd name="p0x2" fmla="*/ 2511 w 2565"/>
              <a:gd name="p0y2" fmla="*/ 0 h 720"/>
              <a:gd name="p0x3" fmla="*/ 2565 w 2565"/>
              <a:gd name="p0y3" fmla="*/ 53 h 720"/>
              <a:gd name="p0x4" fmla="*/ 2565 w 2565"/>
              <a:gd name="p0y4" fmla="*/ 120 h 720"/>
              <a:gd name="p0x5" fmla="*/ 2565 w 2565"/>
              <a:gd name="p0y5" fmla="*/ 600 h 720"/>
              <a:gd name="p0x6" fmla="*/ 2565 w 2565"/>
              <a:gd name="p0y6" fmla="*/ 666 h 720"/>
              <a:gd name="p0x7" fmla="*/ 2511 w 2565"/>
              <a:gd name="p0y7" fmla="*/ 720 h 720"/>
              <a:gd name="p0x8" fmla="*/ 2445 w 2565"/>
              <a:gd name="p0y8" fmla="*/ 720 h 720"/>
              <a:gd name="p0x9" fmla="*/ 120 w 2565"/>
              <a:gd name="p0y9" fmla="*/ 720 h 720"/>
              <a:gd name="p0x10" fmla="*/ 53 w 2565"/>
              <a:gd name="p0y10" fmla="*/ 720 h 720"/>
              <a:gd name="p0x11" fmla="*/ 0 w 2565"/>
              <a:gd name="p0y11" fmla="*/ 666 h 720"/>
              <a:gd name="p0x12" fmla="*/ 0 w 2565"/>
              <a:gd name="p0y12" fmla="*/ 600 h 720"/>
              <a:gd name="p0x13" fmla="*/ 0 w 2565"/>
              <a:gd name="p0y13" fmla="*/ 120 h 720"/>
              <a:gd name="p0x14" fmla="*/ 0 w 2565"/>
              <a:gd name="p0y14" fmla="*/ 53 h 720"/>
              <a:gd name="p0x15" fmla="*/ 53 w 2565"/>
              <a:gd name="p0y15" fmla="*/ 0 h 720"/>
              <a:gd name="p0x16" fmla="*/ 120 w 2565"/>
              <a:gd name="p0y16" fmla="*/ 0 h 7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1923" r="-1923"/>
          <a:stretch>
            <a:fillRect/>
          </a:stretch>
        </p:blipFill>
        <p:spPr>
          <a:xfrm>
            <a:off x="4462145" y="5448300"/>
            <a:ext cx="257175" cy="228600"/>
          </a:xfrm>
          <a:prstGeom prst="rect">
            <a:avLst/>
          </a:prstGeom>
        </p:spPr>
      </p:pic>
      <p:sp>
        <p:nvSpPr>
          <p:cNvPr id="33" name="文本框 32"/>
          <p:cNvSpPr txBox="1"/>
          <p:nvPr>
            <p:custDataLst>
              <p:tags r:id="rId37"/>
            </p:custDataLst>
          </p:nvPr>
        </p:nvSpPr>
        <p:spPr>
          <a:xfrm>
            <a:off x="4833938" y="5452110"/>
            <a:ext cx="93345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内容价值升维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8"/>
            </p:custDataLst>
          </p:nvPr>
        </p:nvSpPr>
        <p:spPr>
          <a:xfrm>
            <a:off x="6624320" y="5334000"/>
            <a:ext cx="1600200" cy="457200"/>
          </a:xfrm>
          <a:custGeom>
            <a:avLst/>
            <a:gdLst>
              <a:gd name="sw" fmla="*/ 1 w 2520"/>
              <a:gd name="sh" fmla="*/ 1 h 720"/>
              <a:gd name="mins" fmla="min sw sh"/>
              <a:gd name="dsw" fmla="+- 0 sw mins"/>
              <a:gd name="dsh" fmla="+- 0 sh mins"/>
              <a:gd name="p0x0" fmla="*/ 120 w 2520"/>
              <a:gd name="p0y0" fmla="*/ 0 h 720"/>
              <a:gd name="p0x1" fmla="*/ 2400 w 2520"/>
              <a:gd name="p0y1" fmla="*/ 0 h 720"/>
              <a:gd name="p0x2" fmla="*/ 2466 w 2520"/>
              <a:gd name="p0y2" fmla="*/ 0 h 720"/>
              <a:gd name="p0x3" fmla="*/ 2520 w 2520"/>
              <a:gd name="p0y3" fmla="*/ 53 h 720"/>
              <a:gd name="p0x4" fmla="*/ 2520 w 2520"/>
              <a:gd name="p0y4" fmla="*/ 120 h 720"/>
              <a:gd name="p0x5" fmla="*/ 2520 w 2520"/>
              <a:gd name="p0y5" fmla="*/ 600 h 720"/>
              <a:gd name="p0x6" fmla="*/ 2520 w 2520"/>
              <a:gd name="p0y6" fmla="*/ 666 h 720"/>
              <a:gd name="p0x7" fmla="*/ 2466 w 2520"/>
              <a:gd name="p0y7" fmla="*/ 720 h 720"/>
              <a:gd name="p0x8" fmla="*/ 2400 w 2520"/>
              <a:gd name="p0y8" fmla="*/ 720 h 720"/>
              <a:gd name="p0x9" fmla="*/ 120 w 2520"/>
              <a:gd name="p0y9" fmla="*/ 720 h 720"/>
              <a:gd name="p0x10" fmla="*/ 53 w 2520"/>
              <a:gd name="p0y10" fmla="*/ 720 h 720"/>
              <a:gd name="p0x11" fmla="*/ 0 w 2520"/>
              <a:gd name="p0y11" fmla="*/ 666 h 720"/>
              <a:gd name="p0x12" fmla="*/ 0 w 2520"/>
              <a:gd name="p0y12" fmla="*/ 600 h 720"/>
              <a:gd name="p0x13" fmla="*/ 0 w 2520"/>
              <a:gd name="p0y13" fmla="*/ 120 h 720"/>
              <a:gd name="p0x14" fmla="*/ 0 w 2520"/>
              <a:gd name="p0y14" fmla="*/ 53 h 720"/>
              <a:gd name="p0x15" fmla="*/ 53 w 2520"/>
              <a:gd name="p0y15" fmla="*/ 0 h 720"/>
              <a:gd name="p0x16" fmla="*/ 120 w 2520"/>
              <a:gd name="p0y16" fmla="*/ 0 h 7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t="-7143" b="-7143"/>
          <a:stretch>
            <a:fillRect/>
          </a:stretch>
        </p:blipFill>
        <p:spPr>
          <a:xfrm>
            <a:off x="6852920" y="5448300"/>
            <a:ext cx="228600" cy="228600"/>
          </a:xfrm>
          <a:prstGeom prst="rect">
            <a:avLst/>
          </a:prstGeom>
        </p:spPr>
      </p:pic>
      <p:sp>
        <p:nvSpPr>
          <p:cNvPr id="36" name="文本框 35"/>
          <p:cNvSpPr txBox="1"/>
          <p:nvPr>
            <p:custDataLst>
              <p:tags r:id="rId42"/>
            </p:custDataLst>
          </p:nvPr>
        </p:nvSpPr>
        <p:spPr>
          <a:xfrm>
            <a:off x="7196138" y="5452110"/>
            <a:ext cx="93345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投流逻辑转变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43"/>
            </p:custDataLst>
          </p:nvPr>
        </p:nvSpPr>
        <p:spPr>
          <a:xfrm>
            <a:off x="8986520" y="5334000"/>
            <a:ext cx="1333500" cy="457200"/>
          </a:xfrm>
          <a:custGeom>
            <a:avLst/>
            <a:gdLst>
              <a:gd name="sw" fmla="*/ 1 w 2100"/>
              <a:gd name="sh" fmla="*/ 1 h 720"/>
              <a:gd name="mins" fmla="min sw sh"/>
              <a:gd name="dsw" fmla="+- 0 sw mins"/>
              <a:gd name="dsh" fmla="+- 0 sh mins"/>
              <a:gd name="p0x0" fmla="*/ 120 w 2100"/>
              <a:gd name="p0y0" fmla="*/ 0 h 720"/>
              <a:gd name="p0x1" fmla="*/ 1980 w 2100"/>
              <a:gd name="p0y1" fmla="*/ 0 h 720"/>
              <a:gd name="p0x2" fmla="*/ 2046 w 2100"/>
              <a:gd name="p0y2" fmla="*/ 0 h 720"/>
              <a:gd name="p0x3" fmla="*/ 2100 w 2100"/>
              <a:gd name="p0y3" fmla="*/ 53 h 720"/>
              <a:gd name="p0x4" fmla="*/ 2100 w 2100"/>
              <a:gd name="p0y4" fmla="*/ 120 h 720"/>
              <a:gd name="p0x5" fmla="*/ 2100 w 2100"/>
              <a:gd name="p0y5" fmla="*/ 600 h 720"/>
              <a:gd name="p0x6" fmla="*/ 2100 w 2100"/>
              <a:gd name="p0y6" fmla="*/ 666 h 720"/>
              <a:gd name="p0x7" fmla="*/ 2046 w 2100"/>
              <a:gd name="p0y7" fmla="*/ 720 h 720"/>
              <a:gd name="p0x8" fmla="*/ 1980 w 2100"/>
              <a:gd name="p0y8" fmla="*/ 720 h 720"/>
              <a:gd name="p0x9" fmla="*/ 120 w 2100"/>
              <a:gd name="p0y9" fmla="*/ 720 h 720"/>
              <a:gd name="p0x10" fmla="*/ 53 w 2100"/>
              <a:gd name="p0y10" fmla="*/ 720 h 720"/>
              <a:gd name="p0x11" fmla="*/ 0 w 2100"/>
              <a:gd name="p0y11" fmla="*/ 666 h 720"/>
              <a:gd name="p0x12" fmla="*/ 0 w 2100"/>
              <a:gd name="p0y12" fmla="*/ 600 h 720"/>
              <a:gd name="p0x13" fmla="*/ 0 w 2100"/>
              <a:gd name="p0y13" fmla="*/ 120 h 720"/>
              <a:gd name="p0x14" fmla="*/ 0 w 2100"/>
              <a:gd name="p0y14" fmla="*/ 53 h 720"/>
              <a:gd name="p0x15" fmla="*/ 53 w 2100"/>
              <a:gd name="p0y15" fmla="*/ 0 h 720"/>
              <a:gd name="p0x16" fmla="*/ 120 w 2100"/>
              <a:gd name="p0y16" fmla="*/ 0 h 7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 l="-4545" t="-7143" r="-4545" b="-7143"/>
          <a:stretch>
            <a:fillRect/>
          </a:stretch>
        </p:blipFill>
        <p:spPr>
          <a:xfrm>
            <a:off x="9215120" y="5448300"/>
            <a:ext cx="228600" cy="228600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47"/>
            </p:custDataLst>
          </p:nvPr>
        </p:nvSpPr>
        <p:spPr>
          <a:xfrm>
            <a:off x="9558338" y="5452110"/>
            <a:ext cx="66675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能力重构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3F2FD"/>
            </a:gs>
            <a:gs pos="100000">
              <a:srgbClr val="F5F7FA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57200" y="325755"/>
            <a:ext cx="11277600" cy="4057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用户画像与核心痛点</a:t>
            </a:r>
            <a:endParaRPr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457200" y="990600"/>
            <a:ext cx="11277600" cy="9525"/>
          </a:xfrm>
          <a:prstGeom prst="rect">
            <a:avLst/>
          </a:prstGeom>
          <a:gradFill>
            <a:gsLst>
              <a:gs pos="0">
                <a:srgbClr val="2563EB">
                  <a:alpha val="20000"/>
                </a:srgbClr>
              </a:gs>
              <a:gs pos="100000">
                <a:srgbClr val="10B981">
                  <a:alpha val="2000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457200" y="1228725"/>
            <a:ext cx="2133600" cy="2781300"/>
            <a:chOff x="720" y="1935"/>
            <a:chExt cx="3360" cy="4380"/>
          </a:xfrm>
          <a:effectLst>
            <a:outerShdw blurRad="171450" dist="19050" dir="5399999" algn="ctr" rotWithShape="0">
              <a:srgbClr val="2563EB">
                <a:alpha val="5882"/>
              </a:srgbClr>
            </a:outerShdw>
          </a:effectLst>
        </p:grpSpPr>
        <p:sp>
          <p:nvSpPr>
            <p:cNvPr id="4" name="任意多边形 3"/>
            <p:cNvSpPr/>
            <p:nvPr>
              <p:custDataLst>
                <p:tags r:id="rId4"/>
              </p:custDataLst>
            </p:nvPr>
          </p:nvSpPr>
          <p:spPr>
            <a:xfrm>
              <a:off x="720" y="1935"/>
              <a:ext cx="3360" cy="4380"/>
            </a:xfrm>
            <a:custGeom>
              <a:avLst/>
              <a:gdLst>
                <a:gd name="sw" fmla="*/ 1 w 3360"/>
                <a:gd name="sh" fmla="*/ 1 h 4380"/>
                <a:gd name="mins" fmla="min sw sh"/>
                <a:gd name="dsw" fmla="+- 0 sw mins"/>
                <a:gd name="dsh" fmla="+- 0 sh mins"/>
                <a:gd name="p0x0" fmla="*/ 180 w 3360"/>
                <a:gd name="p0y0" fmla="*/ 0 h 4380"/>
                <a:gd name="p0x1" fmla="*/ 3180 w 3360"/>
                <a:gd name="p0y1" fmla="*/ 0 h 4380"/>
                <a:gd name="p0x2" fmla="*/ 3279 w 3360"/>
                <a:gd name="p0y2" fmla="*/ 0 h 4380"/>
                <a:gd name="p0x3" fmla="*/ 3360 w 3360"/>
                <a:gd name="p0y3" fmla="*/ 80 h 4380"/>
                <a:gd name="p0x4" fmla="*/ 3360 w 3360"/>
                <a:gd name="p0y4" fmla="*/ 180 h 4380"/>
                <a:gd name="p0x5" fmla="*/ 3360 w 3360"/>
                <a:gd name="p0y5" fmla="*/ 4200 h 4380"/>
                <a:gd name="p0x6" fmla="*/ 3360 w 3360"/>
                <a:gd name="p0y6" fmla="*/ 4299 h 4380"/>
                <a:gd name="p0x7" fmla="*/ 3279 w 3360"/>
                <a:gd name="p0y7" fmla="*/ 4380 h 4380"/>
                <a:gd name="p0x8" fmla="*/ 3180 w 3360"/>
                <a:gd name="p0y8" fmla="*/ 4380 h 4380"/>
                <a:gd name="p0x9" fmla="*/ 180 w 3360"/>
                <a:gd name="p0y9" fmla="*/ 4380 h 4380"/>
                <a:gd name="p0x10" fmla="*/ 80 w 3360"/>
                <a:gd name="p0y10" fmla="*/ 4380 h 4380"/>
                <a:gd name="p0x11" fmla="*/ 0 w 3360"/>
                <a:gd name="p0y11" fmla="*/ 4299 h 4380"/>
                <a:gd name="p0x12" fmla="*/ 0 w 3360"/>
                <a:gd name="p0y12" fmla="*/ 4200 h 4380"/>
                <a:gd name="p0x13" fmla="*/ 0 w 3360"/>
                <a:gd name="p0y13" fmla="*/ 180 h 4380"/>
                <a:gd name="p0x14" fmla="*/ 0 w 3360"/>
                <a:gd name="p0y14" fmla="*/ 80 h 4380"/>
                <a:gd name="p0x15" fmla="*/ 80 w 3360"/>
                <a:gd name="p0y15" fmla="*/ 0 h 4380"/>
                <a:gd name="p0x16" fmla="*/ 180 w 3360"/>
                <a:gd name="p0y16" fmla="*/ 0 h 43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任意多边形 4"/>
            <p:cNvSpPr/>
            <p:nvPr>
              <p:custDataLst>
                <p:tags r:id="rId5"/>
              </p:custDataLst>
            </p:nvPr>
          </p:nvSpPr>
          <p:spPr>
            <a:xfrm>
              <a:off x="844" y="1935"/>
              <a:ext cx="3183" cy="63"/>
            </a:xfrm>
            <a:custGeom>
              <a:avLst/>
              <a:gdLst>
                <a:gd name="sw" fmla="*/ 1 w 3182"/>
                <a:gd name="sh" fmla="*/ 1 h 63"/>
                <a:gd name="mins" fmla="min sw sh"/>
                <a:gd name="dsw" fmla="+- 0 sw mins"/>
                <a:gd name="dsh" fmla="+- 0 sh mins"/>
                <a:gd name="p0x0" fmla="*/ 55 w 3182"/>
                <a:gd name="p0y0" fmla="*/ 0 h 63"/>
                <a:gd name="p0x1" fmla="*/ 3055 w 3182"/>
                <a:gd name="p0y1" fmla="*/ 0 h 63"/>
                <a:gd name="p0x2" fmla="*/ 3105 w 3182"/>
                <a:gd name="p0y2" fmla="*/ 0 h 63"/>
                <a:gd name="p0x3" fmla="*/ 3150 w 3182"/>
                <a:gd name="p0y3" fmla="*/ 20 h 63"/>
                <a:gd name="p0x4" fmla="*/ 3182 w 3182"/>
                <a:gd name="p0y4" fmla="*/ 52 h 63"/>
                <a:gd name="p0x5" fmla="*/ 3172 w 3182"/>
                <a:gd name="p0y5" fmla="*/ 63 h 63"/>
                <a:gd name="p0x6" fmla="*/ 3172 w 3182"/>
                <a:gd name="p0y6" fmla="*/ 63 h 63"/>
                <a:gd name="p0x7" fmla="*/ 3142 w 3182"/>
                <a:gd name="p0y7" fmla="*/ 33 h 63"/>
                <a:gd name="p0x8" fmla="*/ 3101 w 3182"/>
                <a:gd name="p0y8" fmla="*/ 15 h 63"/>
                <a:gd name="p0x9" fmla="*/ 3055 w 3182"/>
                <a:gd name="p0y9" fmla="*/ 15 h 63"/>
                <a:gd name="p0x10" fmla="*/ 55 w 3182"/>
                <a:gd name="p0y10" fmla="*/ 15 h 63"/>
                <a:gd name="p0x11" fmla="*/ 42 w 3182"/>
                <a:gd name="p0y11" fmla="*/ 15 h 63"/>
                <a:gd name="p0x12" fmla="*/ 30 w 3182"/>
                <a:gd name="p0y12" fmla="*/ 17 h 63"/>
                <a:gd name="p0x13" fmla="*/ 18 w 3182"/>
                <a:gd name="p0y13" fmla="*/ 23 h 63"/>
                <a:gd name="p0x14" fmla="*/ 0 w 3182"/>
                <a:gd name="p0y14" fmla="*/ 8 h 63"/>
                <a:gd name="p0x15" fmla="*/ 0 w 3182"/>
                <a:gd name="p0y15" fmla="*/ 8 h 63"/>
                <a:gd name="p0x16" fmla="*/ 17 w 3182"/>
                <a:gd name="p0y16" fmla="*/ 3 h 63"/>
                <a:gd name="p0x17" fmla="*/ 36 w 3182"/>
                <a:gd name="p0y17" fmla="*/ 0 h 63"/>
                <a:gd name="p0x18" fmla="*/ 55 w 3182"/>
                <a:gd name="p0y18" fmla="*/ 0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2563EB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6"/>
              </p:custDataLst>
            </p:nvPr>
          </p:nvSpPr>
          <p:spPr>
            <a:xfrm>
              <a:off x="4016" y="1987"/>
              <a:ext cx="64" cy="4275"/>
            </a:xfrm>
            <a:custGeom>
              <a:avLst/>
              <a:gdLst>
                <a:gd name="sw" fmla="*/ 1 w 63"/>
                <a:gd name="sh" fmla="*/ 1 h 4274"/>
                <a:gd name="mins" fmla="min sw sh"/>
                <a:gd name="dsw" fmla="+- 0 sw mins"/>
                <a:gd name="dsh" fmla="+- 0 sh mins"/>
                <a:gd name="p0x0" fmla="*/ 63 w 63"/>
                <a:gd name="p0y0" fmla="*/ 127 h 4274"/>
                <a:gd name="p0x1" fmla="*/ 63 w 63"/>
                <a:gd name="p0y1" fmla="*/ 4147 h 4274"/>
                <a:gd name="p0x2" fmla="*/ 63 w 63"/>
                <a:gd name="p0y2" fmla="*/ 4196 h 4274"/>
                <a:gd name="p0x3" fmla="*/ 43 w 63"/>
                <a:gd name="p0y3" fmla="*/ 4241 h 4274"/>
                <a:gd name="p0x4" fmla="*/ 10 w 63"/>
                <a:gd name="p0y4" fmla="*/ 4274 h 4274"/>
                <a:gd name="p0x5" fmla="*/ 0 w 63"/>
                <a:gd name="p0y5" fmla="*/ 4263 h 4274"/>
                <a:gd name="p0x6" fmla="*/ 29 w 63"/>
                <a:gd name="p0y6" fmla="*/ 4234 h 4274"/>
                <a:gd name="p0x7" fmla="*/ 48 w 63"/>
                <a:gd name="p0y7" fmla="*/ 4192 h 4274"/>
                <a:gd name="p0x8" fmla="*/ 48 w 63"/>
                <a:gd name="p0y8" fmla="*/ 4147 h 4274"/>
                <a:gd name="p0x9" fmla="*/ 48 w 63"/>
                <a:gd name="p0y9" fmla="*/ 127 h 4274"/>
                <a:gd name="p0x10" fmla="*/ 48 w 63"/>
                <a:gd name="p0y10" fmla="*/ 81 h 4274"/>
                <a:gd name="p0x11" fmla="*/ 29 w 63"/>
                <a:gd name="p0y11" fmla="*/ 40 h 4274"/>
                <a:gd name="p0x12" fmla="*/ 0 w 63"/>
                <a:gd name="p0y12" fmla="*/ 10 h 4274"/>
                <a:gd name="p0x13" fmla="*/ 10 w 63"/>
                <a:gd name="p0y13" fmla="*/ 0 h 4274"/>
                <a:gd name="p0x14" fmla="*/ 10 w 63"/>
                <a:gd name="p0y14" fmla="*/ 0 h 4274"/>
                <a:gd name="p0x15" fmla="*/ 43 w 63"/>
                <a:gd name="p0y15" fmla="*/ 32 h 4274"/>
                <a:gd name="p0x16" fmla="*/ 63 w 63"/>
                <a:gd name="p0y16" fmla="*/ 77 h 4274"/>
                <a:gd name="p0x17" fmla="*/ 63 w 63"/>
                <a:gd name="p0y17" fmla="*/ 127 h 42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2563EB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任意多边形 6"/>
            <p:cNvSpPr/>
            <p:nvPr>
              <p:custDataLst>
                <p:tags r:id="rId7"/>
              </p:custDataLst>
            </p:nvPr>
          </p:nvSpPr>
          <p:spPr>
            <a:xfrm>
              <a:off x="844" y="6251"/>
              <a:ext cx="3183" cy="64"/>
            </a:xfrm>
            <a:custGeom>
              <a:avLst/>
              <a:gdLst>
                <a:gd name="sw" fmla="*/ 1 w 3182"/>
                <a:gd name="sh" fmla="*/ 1 h 63"/>
                <a:gd name="mins" fmla="min sw sh"/>
                <a:gd name="dsw" fmla="+- 0 sw mins"/>
                <a:gd name="dsh" fmla="+- 0 sh mins"/>
                <a:gd name="p0x0" fmla="*/ 3055 w 3182"/>
                <a:gd name="p0y0" fmla="*/ 63 h 63"/>
                <a:gd name="p0x1" fmla="*/ 55 w 3182"/>
                <a:gd name="p0y1" fmla="*/ 63 h 63"/>
                <a:gd name="p0x2" fmla="*/ 36 w 3182"/>
                <a:gd name="p0y2" fmla="*/ 63 h 63"/>
                <a:gd name="p0x3" fmla="*/ 17 w 3182"/>
                <a:gd name="p0y3" fmla="*/ 60 h 63"/>
                <a:gd name="p0x4" fmla="*/ 0 w 3182"/>
                <a:gd name="p0y4" fmla="*/ 54 h 63"/>
                <a:gd name="p0x5" fmla="*/ 18 w 3182"/>
                <a:gd name="p0y5" fmla="*/ 40 h 63"/>
                <a:gd name="p0x6" fmla="*/ 18 w 3182"/>
                <a:gd name="p0y6" fmla="*/ 40 h 63"/>
                <a:gd name="p0x7" fmla="*/ 30 w 3182"/>
                <a:gd name="p0y7" fmla="*/ 45 h 63"/>
                <a:gd name="p0x8" fmla="*/ 42 w 3182"/>
                <a:gd name="p0y8" fmla="*/ 48 h 63"/>
                <a:gd name="p0x9" fmla="*/ 55 w 3182"/>
                <a:gd name="p0y9" fmla="*/ 48 h 63"/>
                <a:gd name="p0x10" fmla="*/ 3055 w 3182"/>
                <a:gd name="p0y10" fmla="*/ 48 h 63"/>
                <a:gd name="p0x11" fmla="*/ 3101 w 3182"/>
                <a:gd name="p0y11" fmla="*/ 48 h 63"/>
                <a:gd name="p0x12" fmla="*/ 3142 w 3182"/>
                <a:gd name="p0y12" fmla="*/ 29 h 63"/>
                <a:gd name="p0x13" fmla="*/ 3172 w 3182"/>
                <a:gd name="p0y13" fmla="*/ 0 h 63"/>
                <a:gd name="p0x14" fmla="*/ 3182 w 3182"/>
                <a:gd name="p0y14" fmla="*/ 10 h 63"/>
                <a:gd name="p0x15" fmla="*/ 3150 w 3182"/>
                <a:gd name="p0y15" fmla="*/ 43 h 63"/>
                <a:gd name="p0x16" fmla="*/ 3105 w 3182"/>
                <a:gd name="p0y16" fmla="*/ 63 h 63"/>
                <a:gd name="p0x17" fmla="*/ 3055 w 3182"/>
                <a:gd name="p0y17" fmla="*/ 63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2563EB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>
              <p:custDataLst>
                <p:tags r:id="rId8"/>
              </p:custDataLst>
            </p:nvPr>
          </p:nvSpPr>
          <p:spPr>
            <a:xfrm>
              <a:off x="720" y="1943"/>
              <a:ext cx="142" cy="4363"/>
            </a:xfrm>
            <a:custGeom>
              <a:avLst/>
              <a:gdLst>
                <a:gd name="sw" fmla="*/ 1 w 142"/>
                <a:gd name="sh" fmla="*/ 1 h 4362"/>
                <a:gd name="mins" fmla="min sw sh"/>
                <a:gd name="dsw" fmla="+- 0 sw mins"/>
                <a:gd name="dsh" fmla="+- 0 sh mins"/>
                <a:gd name="p0x0" fmla="*/ 0 w 142"/>
                <a:gd name="p0y0" fmla="*/ 4191 h 4362"/>
                <a:gd name="p0x1" fmla="*/ 0 w 142"/>
                <a:gd name="p0y1" fmla="*/ 171 h 4362"/>
                <a:gd name="p0x2" fmla="*/ 0 w 142"/>
                <a:gd name="p0y2" fmla="*/ 91 h 4362"/>
                <a:gd name="p0x3" fmla="*/ 52 w 142"/>
                <a:gd name="p0y3" fmla="*/ 23 h 4362"/>
                <a:gd name="p0x4" fmla="*/ 124 w 142"/>
                <a:gd name="p0y4" fmla="*/ 0 h 4362"/>
                <a:gd name="p0x5" fmla="*/ 142 w 142"/>
                <a:gd name="p0y5" fmla="*/ 14 h 4362"/>
                <a:gd name="p0x6" fmla="*/ 142 w 142"/>
                <a:gd name="p0y6" fmla="*/ 14 h 4362"/>
                <a:gd name="p0x7" fmla="*/ 94 w 142"/>
                <a:gd name="p0y7" fmla="*/ 35 h 4362"/>
                <a:gd name="p0x8" fmla="*/ 60 w 142"/>
                <a:gd name="p0y8" fmla="*/ 97 h 4362"/>
                <a:gd name="p0x9" fmla="*/ 60 w 142"/>
                <a:gd name="p0y9" fmla="*/ 171 h 4362"/>
                <a:gd name="p0x10" fmla="*/ 60 w 142"/>
                <a:gd name="p0y10" fmla="*/ 4191 h 4362"/>
                <a:gd name="p0x11" fmla="*/ 60 w 142"/>
                <a:gd name="p0y11" fmla="*/ 4264 h 4362"/>
                <a:gd name="p0x12" fmla="*/ 94 w 142"/>
                <a:gd name="p0y12" fmla="*/ 4326 h 4362"/>
                <a:gd name="p0x13" fmla="*/ 142 w 142"/>
                <a:gd name="p0y13" fmla="*/ 4348 h 4362"/>
                <a:gd name="p0x14" fmla="*/ 124 w 142"/>
                <a:gd name="p0y14" fmla="*/ 4362 h 4362"/>
                <a:gd name="p0x15" fmla="*/ 124 w 142"/>
                <a:gd name="p0y15" fmla="*/ 4362 h 4362"/>
                <a:gd name="p0x16" fmla="*/ 52 w 142"/>
                <a:gd name="p0y16" fmla="*/ 4338 h 4362"/>
                <a:gd name="p0x17" fmla="*/ 0 w 142"/>
                <a:gd name="p0y17" fmla="*/ 4271 h 4362"/>
                <a:gd name="p0x18" fmla="*/ 0 w 142"/>
                <a:gd name="p0y18" fmla="*/ 4191 h 436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647700" y="1344930"/>
            <a:ext cx="274587" cy="1866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900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</a:rPr>
              <a:t>Q1</a:t>
            </a:r>
            <a:endParaRPr sz="900">
              <a:solidFill>
                <a:srgbClr val="9CA3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685800" y="1634490"/>
            <a:ext cx="170497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出海品牌企业</a:t>
            </a:r>
            <a:endParaRPr sz="12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685800" y="1945005"/>
            <a:ext cx="1704975" cy="44758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全球品牌认知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本地化运营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8" name="组合 17"/>
          <p:cNvGrpSpPr/>
          <p:nvPr>
            <p:custDataLst>
              <p:tags r:id="rId12"/>
            </p:custDataLst>
          </p:nvPr>
        </p:nvGrpSpPr>
        <p:grpSpPr>
          <a:xfrm>
            <a:off x="2743200" y="1228725"/>
            <a:ext cx="2133600" cy="2781300"/>
            <a:chOff x="4320" y="1935"/>
            <a:chExt cx="3360" cy="4380"/>
          </a:xfrm>
          <a:effectLst>
            <a:outerShdw blurRad="171450" dist="19050" dir="5399999" algn="ctr" rotWithShape="0">
              <a:srgbClr val="10B981">
                <a:alpha val="5882"/>
              </a:srgbClr>
            </a:outerShdw>
          </a:effectLst>
        </p:grpSpPr>
        <p:sp>
          <p:nvSpPr>
            <p:cNvPr id="13" name="任意多边形 12"/>
            <p:cNvSpPr/>
            <p:nvPr>
              <p:custDataLst>
                <p:tags r:id="rId13"/>
              </p:custDataLst>
            </p:nvPr>
          </p:nvSpPr>
          <p:spPr>
            <a:xfrm>
              <a:off x="4320" y="1935"/>
              <a:ext cx="3360" cy="4380"/>
            </a:xfrm>
            <a:custGeom>
              <a:avLst/>
              <a:gdLst>
                <a:gd name="sw" fmla="*/ 1 w 3360"/>
                <a:gd name="sh" fmla="*/ 1 h 4380"/>
                <a:gd name="mins" fmla="min sw sh"/>
                <a:gd name="dsw" fmla="+- 0 sw mins"/>
                <a:gd name="dsh" fmla="+- 0 sh mins"/>
                <a:gd name="p0x0" fmla="*/ 180 w 3360"/>
                <a:gd name="p0y0" fmla="*/ 0 h 4380"/>
                <a:gd name="p0x1" fmla="*/ 3180 w 3360"/>
                <a:gd name="p0y1" fmla="*/ 0 h 4380"/>
                <a:gd name="p0x2" fmla="*/ 3279 w 3360"/>
                <a:gd name="p0y2" fmla="*/ 0 h 4380"/>
                <a:gd name="p0x3" fmla="*/ 3360 w 3360"/>
                <a:gd name="p0y3" fmla="*/ 80 h 4380"/>
                <a:gd name="p0x4" fmla="*/ 3360 w 3360"/>
                <a:gd name="p0y4" fmla="*/ 180 h 4380"/>
                <a:gd name="p0x5" fmla="*/ 3360 w 3360"/>
                <a:gd name="p0y5" fmla="*/ 4200 h 4380"/>
                <a:gd name="p0x6" fmla="*/ 3360 w 3360"/>
                <a:gd name="p0y6" fmla="*/ 4299 h 4380"/>
                <a:gd name="p0x7" fmla="*/ 3279 w 3360"/>
                <a:gd name="p0y7" fmla="*/ 4380 h 4380"/>
                <a:gd name="p0x8" fmla="*/ 3180 w 3360"/>
                <a:gd name="p0y8" fmla="*/ 4380 h 4380"/>
                <a:gd name="p0x9" fmla="*/ 180 w 3360"/>
                <a:gd name="p0y9" fmla="*/ 4380 h 4380"/>
                <a:gd name="p0x10" fmla="*/ 80 w 3360"/>
                <a:gd name="p0y10" fmla="*/ 4380 h 4380"/>
                <a:gd name="p0x11" fmla="*/ 0 w 3360"/>
                <a:gd name="p0y11" fmla="*/ 4299 h 4380"/>
                <a:gd name="p0x12" fmla="*/ 0 w 3360"/>
                <a:gd name="p0y12" fmla="*/ 4200 h 4380"/>
                <a:gd name="p0x13" fmla="*/ 0 w 3360"/>
                <a:gd name="p0y13" fmla="*/ 180 h 4380"/>
                <a:gd name="p0x14" fmla="*/ 0 w 3360"/>
                <a:gd name="p0y14" fmla="*/ 80 h 4380"/>
                <a:gd name="p0x15" fmla="*/ 80 w 3360"/>
                <a:gd name="p0y15" fmla="*/ 0 h 4380"/>
                <a:gd name="p0x16" fmla="*/ 180 w 3360"/>
                <a:gd name="p0y16" fmla="*/ 0 h 43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任意多边形 13"/>
            <p:cNvSpPr/>
            <p:nvPr>
              <p:custDataLst>
                <p:tags r:id="rId14"/>
              </p:custDataLst>
            </p:nvPr>
          </p:nvSpPr>
          <p:spPr>
            <a:xfrm>
              <a:off x="4444" y="1935"/>
              <a:ext cx="3183" cy="63"/>
            </a:xfrm>
            <a:custGeom>
              <a:avLst/>
              <a:gdLst>
                <a:gd name="sw" fmla="*/ 1 w 3182"/>
                <a:gd name="sh" fmla="*/ 1 h 63"/>
                <a:gd name="mins" fmla="min sw sh"/>
                <a:gd name="dsw" fmla="+- 0 sw mins"/>
                <a:gd name="dsh" fmla="+- 0 sh mins"/>
                <a:gd name="p0x0" fmla="*/ 55 w 3182"/>
                <a:gd name="p0y0" fmla="*/ 0 h 63"/>
                <a:gd name="p0x1" fmla="*/ 3055 w 3182"/>
                <a:gd name="p0y1" fmla="*/ 0 h 63"/>
                <a:gd name="p0x2" fmla="*/ 3105 w 3182"/>
                <a:gd name="p0y2" fmla="*/ 0 h 63"/>
                <a:gd name="p0x3" fmla="*/ 3150 w 3182"/>
                <a:gd name="p0y3" fmla="*/ 20 h 63"/>
                <a:gd name="p0x4" fmla="*/ 3182 w 3182"/>
                <a:gd name="p0y4" fmla="*/ 52 h 63"/>
                <a:gd name="p0x5" fmla="*/ 3172 w 3182"/>
                <a:gd name="p0y5" fmla="*/ 63 h 63"/>
                <a:gd name="p0x6" fmla="*/ 3172 w 3182"/>
                <a:gd name="p0y6" fmla="*/ 63 h 63"/>
                <a:gd name="p0x7" fmla="*/ 3142 w 3182"/>
                <a:gd name="p0y7" fmla="*/ 33 h 63"/>
                <a:gd name="p0x8" fmla="*/ 3101 w 3182"/>
                <a:gd name="p0y8" fmla="*/ 15 h 63"/>
                <a:gd name="p0x9" fmla="*/ 3055 w 3182"/>
                <a:gd name="p0y9" fmla="*/ 15 h 63"/>
                <a:gd name="p0x10" fmla="*/ 55 w 3182"/>
                <a:gd name="p0y10" fmla="*/ 15 h 63"/>
                <a:gd name="p0x11" fmla="*/ 42 w 3182"/>
                <a:gd name="p0y11" fmla="*/ 15 h 63"/>
                <a:gd name="p0x12" fmla="*/ 30 w 3182"/>
                <a:gd name="p0y12" fmla="*/ 17 h 63"/>
                <a:gd name="p0x13" fmla="*/ 18 w 3182"/>
                <a:gd name="p0y13" fmla="*/ 23 h 63"/>
                <a:gd name="p0x14" fmla="*/ 0 w 3182"/>
                <a:gd name="p0y14" fmla="*/ 8 h 63"/>
                <a:gd name="p0x15" fmla="*/ 0 w 3182"/>
                <a:gd name="p0y15" fmla="*/ 8 h 63"/>
                <a:gd name="p0x16" fmla="*/ 17 w 3182"/>
                <a:gd name="p0y16" fmla="*/ 3 h 63"/>
                <a:gd name="p0x17" fmla="*/ 36 w 3182"/>
                <a:gd name="p0y17" fmla="*/ 0 h 63"/>
                <a:gd name="p0x18" fmla="*/ 55 w 3182"/>
                <a:gd name="p0y18" fmla="*/ 0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10B981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>
              <p:custDataLst>
                <p:tags r:id="rId15"/>
              </p:custDataLst>
            </p:nvPr>
          </p:nvSpPr>
          <p:spPr>
            <a:xfrm>
              <a:off x="7616" y="1987"/>
              <a:ext cx="64" cy="4275"/>
            </a:xfrm>
            <a:custGeom>
              <a:avLst/>
              <a:gdLst>
                <a:gd name="sw" fmla="*/ 1 w 63"/>
                <a:gd name="sh" fmla="*/ 1 h 4274"/>
                <a:gd name="mins" fmla="min sw sh"/>
                <a:gd name="dsw" fmla="+- 0 sw mins"/>
                <a:gd name="dsh" fmla="+- 0 sh mins"/>
                <a:gd name="p0x0" fmla="*/ 63 w 63"/>
                <a:gd name="p0y0" fmla="*/ 127 h 4274"/>
                <a:gd name="p0x1" fmla="*/ 63 w 63"/>
                <a:gd name="p0y1" fmla="*/ 4147 h 4274"/>
                <a:gd name="p0x2" fmla="*/ 63 w 63"/>
                <a:gd name="p0y2" fmla="*/ 4196 h 4274"/>
                <a:gd name="p0x3" fmla="*/ 43 w 63"/>
                <a:gd name="p0y3" fmla="*/ 4241 h 4274"/>
                <a:gd name="p0x4" fmla="*/ 10 w 63"/>
                <a:gd name="p0y4" fmla="*/ 4274 h 4274"/>
                <a:gd name="p0x5" fmla="*/ 0 w 63"/>
                <a:gd name="p0y5" fmla="*/ 4263 h 4274"/>
                <a:gd name="p0x6" fmla="*/ 29 w 63"/>
                <a:gd name="p0y6" fmla="*/ 4234 h 4274"/>
                <a:gd name="p0x7" fmla="*/ 48 w 63"/>
                <a:gd name="p0y7" fmla="*/ 4192 h 4274"/>
                <a:gd name="p0x8" fmla="*/ 48 w 63"/>
                <a:gd name="p0y8" fmla="*/ 4147 h 4274"/>
                <a:gd name="p0x9" fmla="*/ 48 w 63"/>
                <a:gd name="p0y9" fmla="*/ 127 h 4274"/>
                <a:gd name="p0x10" fmla="*/ 48 w 63"/>
                <a:gd name="p0y10" fmla="*/ 81 h 4274"/>
                <a:gd name="p0x11" fmla="*/ 29 w 63"/>
                <a:gd name="p0y11" fmla="*/ 40 h 4274"/>
                <a:gd name="p0x12" fmla="*/ 0 w 63"/>
                <a:gd name="p0y12" fmla="*/ 10 h 4274"/>
                <a:gd name="p0x13" fmla="*/ 10 w 63"/>
                <a:gd name="p0y13" fmla="*/ 0 h 4274"/>
                <a:gd name="p0x14" fmla="*/ 10 w 63"/>
                <a:gd name="p0y14" fmla="*/ 0 h 4274"/>
                <a:gd name="p0x15" fmla="*/ 43 w 63"/>
                <a:gd name="p0y15" fmla="*/ 32 h 4274"/>
                <a:gd name="p0x16" fmla="*/ 63 w 63"/>
                <a:gd name="p0y16" fmla="*/ 77 h 4274"/>
                <a:gd name="p0x17" fmla="*/ 63 w 63"/>
                <a:gd name="p0y17" fmla="*/ 127 h 42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10B981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任意多边形 15"/>
            <p:cNvSpPr/>
            <p:nvPr>
              <p:custDataLst>
                <p:tags r:id="rId16"/>
              </p:custDataLst>
            </p:nvPr>
          </p:nvSpPr>
          <p:spPr>
            <a:xfrm>
              <a:off x="4444" y="6251"/>
              <a:ext cx="3183" cy="64"/>
            </a:xfrm>
            <a:custGeom>
              <a:avLst/>
              <a:gdLst>
                <a:gd name="sw" fmla="*/ 1 w 3182"/>
                <a:gd name="sh" fmla="*/ 1 h 63"/>
                <a:gd name="mins" fmla="min sw sh"/>
                <a:gd name="dsw" fmla="+- 0 sw mins"/>
                <a:gd name="dsh" fmla="+- 0 sh mins"/>
                <a:gd name="p0x0" fmla="*/ 3055 w 3182"/>
                <a:gd name="p0y0" fmla="*/ 63 h 63"/>
                <a:gd name="p0x1" fmla="*/ 55 w 3182"/>
                <a:gd name="p0y1" fmla="*/ 63 h 63"/>
                <a:gd name="p0x2" fmla="*/ 36 w 3182"/>
                <a:gd name="p0y2" fmla="*/ 63 h 63"/>
                <a:gd name="p0x3" fmla="*/ 17 w 3182"/>
                <a:gd name="p0y3" fmla="*/ 60 h 63"/>
                <a:gd name="p0x4" fmla="*/ 0 w 3182"/>
                <a:gd name="p0y4" fmla="*/ 54 h 63"/>
                <a:gd name="p0x5" fmla="*/ 18 w 3182"/>
                <a:gd name="p0y5" fmla="*/ 40 h 63"/>
                <a:gd name="p0x6" fmla="*/ 18 w 3182"/>
                <a:gd name="p0y6" fmla="*/ 40 h 63"/>
                <a:gd name="p0x7" fmla="*/ 30 w 3182"/>
                <a:gd name="p0y7" fmla="*/ 45 h 63"/>
                <a:gd name="p0x8" fmla="*/ 42 w 3182"/>
                <a:gd name="p0y8" fmla="*/ 48 h 63"/>
                <a:gd name="p0x9" fmla="*/ 55 w 3182"/>
                <a:gd name="p0y9" fmla="*/ 48 h 63"/>
                <a:gd name="p0x10" fmla="*/ 3055 w 3182"/>
                <a:gd name="p0y10" fmla="*/ 48 h 63"/>
                <a:gd name="p0x11" fmla="*/ 3101 w 3182"/>
                <a:gd name="p0y11" fmla="*/ 48 h 63"/>
                <a:gd name="p0x12" fmla="*/ 3142 w 3182"/>
                <a:gd name="p0y12" fmla="*/ 29 h 63"/>
                <a:gd name="p0x13" fmla="*/ 3172 w 3182"/>
                <a:gd name="p0y13" fmla="*/ 0 h 63"/>
                <a:gd name="p0x14" fmla="*/ 3182 w 3182"/>
                <a:gd name="p0y14" fmla="*/ 10 h 63"/>
                <a:gd name="p0x15" fmla="*/ 3150 w 3182"/>
                <a:gd name="p0y15" fmla="*/ 43 h 63"/>
                <a:gd name="p0x16" fmla="*/ 3105 w 3182"/>
                <a:gd name="p0y16" fmla="*/ 63 h 63"/>
                <a:gd name="p0x17" fmla="*/ 3055 w 3182"/>
                <a:gd name="p0y17" fmla="*/ 63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10B981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17"/>
              </p:custDataLst>
            </p:nvPr>
          </p:nvSpPr>
          <p:spPr>
            <a:xfrm>
              <a:off x="4320" y="1943"/>
              <a:ext cx="142" cy="4363"/>
            </a:xfrm>
            <a:custGeom>
              <a:avLst/>
              <a:gdLst>
                <a:gd name="sw" fmla="*/ 1 w 142"/>
                <a:gd name="sh" fmla="*/ 1 h 4362"/>
                <a:gd name="mins" fmla="min sw sh"/>
                <a:gd name="dsw" fmla="+- 0 sw mins"/>
                <a:gd name="dsh" fmla="+- 0 sh mins"/>
                <a:gd name="p0x0" fmla="*/ 0 w 142"/>
                <a:gd name="p0y0" fmla="*/ 4191 h 4362"/>
                <a:gd name="p0x1" fmla="*/ 0 w 142"/>
                <a:gd name="p0y1" fmla="*/ 171 h 4362"/>
                <a:gd name="p0x2" fmla="*/ 0 w 142"/>
                <a:gd name="p0y2" fmla="*/ 91 h 4362"/>
                <a:gd name="p0x3" fmla="*/ 52 w 142"/>
                <a:gd name="p0y3" fmla="*/ 23 h 4362"/>
                <a:gd name="p0x4" fmla="*/ 124 w 142"/>
                <a:gd name="p0y4" fmla="*/ 0 h 4362"/>
                <a:gd name="p0x5" fmla="*/ 142 w 142"/>
                <a:gd name="p0y5" fmla="*/ 14 h 4362"/>
                <a:gd name="p0x6" fmla="*/ 142 w 142"/>
                <a:gd name="p0y6" fmla="*/ 14 h 4362"/>
                <a:gd name="p0x7" fmla="*/ 94 w 142"/>
                <a:gd name="p0y7" fmla="*/ 35 h 4362"/>
                <a:gd name="p0x8" fmla="*/ 60 w 142"/>
                <a:gd name="p0y8" fmla="*/ 97 h 4362"/>
                <a:gd name="p0x9" fmla="*/ 60 w 142"/>
                <a:gd name="p0y9" fmla="*/ 171 h 4362"/>
                <a:gd name="p0x10" fmla="*/ 60 w 142"/>
                <a:gd name="p0y10" fmla="*/ 4191 h 4362"/>
                <a:gd name="p0x11" fmla="*/ 60 w 142"/>
                <a:gd name="p0y11" fmla="*/ 4264 h 4362"/>
                <a:gd name="p0x12" fmla="*/ 94 w 142"/>
                <a:gd name="p0y12" fmla="*/ 4326 h 4362"/>
                <a:gd name="p0x13" fmla="*/ 142 w 142"/>
                <a:gd name="p0y13" fmla="*/ 4348 h 4362"/>
                <a:gd name="p0x14" fmla="*/ 124 w 142"/>
                <a:gd name="p0y14" fmla="*/ 4362 h 4362"/>
                <a:gd name="p0x15" fmla="*/ 124 w 142"/>
                <a:gd name="p0y15" fmla="*/ 4362 h 4362"/>
                <a:gd name="p0x16" fmla="*/ 52 w 142"/>
                <a:gd name="p0y16" fmla="*/ 4338 h 4362"/>
                <a:gd name="p0x17" fmla="*/ 0 w 142"/>
                <a:gd name="p0y17" fmla="*/ 4271 h 4362"/>
                <a:gd name="p0x18" fmla="*/ 0 w 142"/>
                <a:gd name="p0y18" fmla="*/ 4191 h 436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9" name="文本框 18"/>
          <p:cNvSpPr txBox="1"/>
          <p:nvPr>
            <p:custDataLst>
              <p:tags r:id="rId18"/>
            </p:custDataLst>
          </p:nvPr>
        </p:nvSpPr>
        <p:spPr>
          <a:xfrm>
            <a:off x="2933700" y="1344930"/>
            <a:ext cx="274587" cy="1866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900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</a:rPr>
              <a:t>Q2</a:t>
            </a:r>
            <a:endParaRPr sz="900">
              <a:solidFill>
                <a:srgbClr val="9CA3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9"/>
            </p:custDataLst>
          </p:nvPr>
        </p:nvSpPr>
        <p:spPr>
          <a:xfrm>
            <a:off x="2971800" y="1634490"/>
            <a:ext cx="170497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国内消费品牌</a:t>
            </a:r>
            <a:endParaRPr sz="12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0"/>
            </p:custDataLst>
          </p:nvPr>
        </p:nvSpPr>
        <p:spPr>
          <a:xfrm>
            <a:off x="2971800" y="1945005"/>
            <a:ext cx="1704975" cy="44758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突破流量瓶颈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品效合一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7" name="组合 26"/>
          <p:cNvGrpSpPr/>
          <p:nvPr>
            <p:custDataLst>
              <p:tags r:id="rId21"/>
            </p:custDataLst>
          </p:nvPr>
        </p:nvGrpSpPr>
        <p:grpSpPr>
          <a:xfrm>
            <a:off x="457200" y="4162425"/>
            <a:ext cx="2133600" cy="2781300"/>
            <a:chOff x="720" y="6555"/>
            <a:chExt cx="3360" cy="4380"/>
          </a:xfrm>
          <a:effectLst>
            <a:outerShdw blurRad="171450" dist="19050" dir="5399999" algn="ctr" rotWithShape="0">
              <a:srgbClr val="8B5CF6">
                <a:alpha val="5882"/>
              </a:srgbClr>
            </a:outerShdw>
          </a:effectLst>
        </p:grpSpPr>
        <p:sp>
          <p:nvSpPr>
            <p:cNvPr id="22" name="任意多边形 21"/>
            <p:cNvSpPr/>
            <p:nvPr>
              <p:custDataLst>
                <p:tags r:id="rId22"/>
              </p:custDataLst>
            </p:nvPr>
          </p:nvSpPr>
          <p:spPr>
            <a:xfrm>
              <a:off x="720" y="6555"/>
              <a:ext cx="3360" cy="4380"/>
            </a:xfrm>
            <a:custGeom>
              <a:avLst/>
              <a:gdLst>
                <a:gd name="sw" fmla="*/ 1 w 3360"/>
                <a:gd name="sh" fmla="*/ 1 h 4380"/>
                <a:gd name="mins" fmla="min sw sh"/>
                <a:gd name="dsw" fmla="+- 0 sw mins"/>
                <a:gd name="dsh" fmla="+- 0 sh mins"/>
                <a:gd name="p0x0" fmla="*/ 180 w 3360"/>
                <a:gd name="p0y0" fmla="*/ 0 h 4380"/>
                <a:gd name="p0x1" fmla="*/ 3180 w 3360"/>
                <a:gd name="p0y1" fmla="*/ 0 h 4380"/>
                <a:gd name="p0x2" fmla="*/ 3279 w 3360"/>
                <a:gd name="p0y2" fmla="*/ 0 h 4380"/>
                <a:gd name="p0x3" fmla="*/ 3360 w 3360"/>
                <a:gd name="p0y3" fmla="*/ 80 h 4380"/>
                <a:gd name="p0x4" fmla="*/ 3360 w 3360"/>
                <a:gd name="p0y4" fmla="*/ 180 h 4380"/>
                <a:gd name="p0x5" fmla="*/ 3360 w 3360"/>
                <a:gd name="p0y5" fmla="*/ 4200 h 4380"/>
                <a:gd name="p0x6" fmla="*/ 3360 w 3360"/>
                <a:gd name="p0y6" fmla="*/ 4299 h 4380"/>
                <a:gd name="p0x7" fmla="*/ 3279 w 3360"/>
                <a:gd name="p0y7" fmla="*/ 4380 h 4380"/>
                <a:gd name="p0x8" fmla="*/ 3180 w 3360"/>
                <a:gd name="p0y8" fmla="*/ 4380 h 4380"/>
                <a:gd name="p0x9" fmla="*/ 180 w 3360"/>
                <a:gd name="p0y9" fmla="*/ 4380 h 4380"/>
                <a:gd name="p0x10" fmla="*/ 80 w 3360"/>
                <a:gd name="p0y10" fmla="*/ 4380 h 4380"/>
                <a:gd name="p0x11" fmla="*/ 0 w 3360"/>
                <a:gd name="p0y11" fmla="*/ 4299 h 4380"/>
                <a:gd name="p0x12" fmla="*/ 0 w 3360"/>
                <a:gd name="p0y12" fmla="*/ 4200 h 4380"/>
                <a:gd name="p0x13" fmla="*/ 0 w 3360"/>
                <a:gd name="p0y13" fmla="*/ 180 h 4380"/>
                <a:gd name="p0x14" fmla="*/ 0 w 3360"/>
                <a:gd name="p0y14" fmla="*/ 80 h 4380"/>
                <a:gd name="p0x15" fmla="*/ 80 w 3360"/>
                <a:gd name="p0y15" fmla="*/ 0 h 4380"/>
                <a:gd name="p0x16" fmla="*/ 180 w 3360"/>
                <a:gd name="p0y16" fmla="*/ 0 h 43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任意多边形 22"/>
            <p:cNvSpPr/>
            <p:nvPr>
              <p:custDataLst>
                <p:tags r:id="rId23"/>
              </p:custDataLst>
            </p:nvPr>
          </p:nvSpPr>
          <p:spPr>
            <a:xfrm>
              <a:off x="844" y="6555"/>
              <a:ext cx="3183" cy="63"/>
            </a:xfrm>
            <a:custGeom>
              <a:avLst/>
              <a:gdLst>
                <a:gd name="sw" fmla="*/ 1 w 3182"/>
                <a:gd name="sh" fmla="*/ 1 h 63"/>
                <a:gd name="mins" fmla="min sw sh"/>
                <a:gd name="dsw" fmla="+- 0 sw mins"/>
                <a:gd name="dsh" fmla="+- 0 sh mins"/>
                <a:gd name="p0x0" fmla="*/ 55 w 3182"/>
                <a:gd name="p0y0" fmla="*/ 0 h 63"/>
                <a:gd name="p0x1" fmla="*/ 3055 w 3182"/>
                <a:gd name="p0y1" fmla="*/ 0 h 63"/>
                <a:gd name="p0x2" fmla="*/ 3105 w 3182"/>
                <a:gd name="p0y2" fmla="*/ 0 h 63"/>
                <a:gd name="p0x3" fmla="*/ 3150 w 3182"/>
                <a:gd name="p0y3" fmla="*/ 20 h 63"/>
                <a:gd name="p0x4" fmla="*/ 3182 w 3182"/>
                <a:gd name="p0y4" fmla="*/ 52 h 63"/>
                <a:gd name="p0x5" fmla="*/ 3172 w 3182"/>
                <a:gd name="p0y5" fmla="*/ 63 h 63"/>
                <a:gd name="p0x6" fmla="*/ 3142 w 3182"/>
                <a:gd name="p0y6" fmla="*/ 33 h 63"/>
                <a:gd name="p0x7" fmla="*/ 3101 w 3182"/>
                <a:gd name="p0y7" fmla="*/ 15 h 63"/>
                <a:gd name="p0x8" fmla="*/ 3055 w 3182"/>
                <a:gd name="p0y8" fmla="*/ 15 h 63"/>
                <a:gd name="p0x9" fmla="*/ 55 w 3182"/>
                <a:gd name="p0y9" fmla="*/ 15 h 63"/>
                <a:gd name="p0x10" fmla="*/ 42 w 3182"/>
                <a:gd name="p0y10" fmla="*/ 15 h 63"/>
                <a:gd name="p0x11" fmla="*/ 30 w 3182"/>
                <a:gd name="p0y11" fmla="*/ 17 h 63"/>
                <a:gd name="p0x12" fmla="*/ 18 w 3182"/>
                <a:gd name="p0y12" fmla="*/ 23 h 63"/>
                <a:gd name="p0x13" fmla="*/ 0 w 3182"/>
                <a:gd name="p0y13" fmla="*/ 8 h 63"/>
                <a:gd name="p0x14" fmla="*/ 0 w 3182"/>
                <a:gd name="p0y14" fmla="*/ 8 h 63"/>
                <a:gd name="p0x15" fmla="*/ 17 w 3182"/>
                <a:gd name="p0y15" fmla="*/ 3 h 63"/>
                <a:gd name="p0x16" fmla="*/ 36 w 3182"/>
                <a:gd name="p0y16" fmla="*/ 0 h 63"/>
                <a:gd name="p0x17" fmla="*/ 55 w 3182"/>
                <a:gd name="p0y17" fmla="*/ 0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8B5CF6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>
              <p:custDataLst>
                <p:tags r:id="rId24"/>
              </p:custDataLst>
            </p:nvPr>
          </p:nvSpPr>
          <p:spPr>
            <a:xfrm>
              <a:off x="4016" y="6607"/>
              <a:ext cx="64" cy="4275"/>
            </a:xfrm>
            <a:custGeom>
              <a:avLst/>
              <a:gdLst>
                <a:gd name="sw" fmla="*/ 1 w 63"/>
                <a:gd name="sh" fmla="*/ 1 h 4274"/>
                <a:gd name="mins" fmla="min sw sh"/>
                <a:gd name="dsw" fmla="+- 0 sw mins"/>
                <a:gd name="dsh" fmla="+- 0 sh mins"/>
                <a:gd name="p0x0" fmla="*/ 63 w 63"/>
                <a:gd name="p0y0" fmla="*/ 127 h 4274"/>
                <a:gd name="p0x1" fmla="*/ 63 w 63"/>
                <a:gd name="p0y1" fmla="*/ 4147 h 4274"/>
                <a:gd name="p0x2" fmla="*/ 63 w 63"/>
                <a:gd name="p0y2" fmla="*/ 4196 h 4274"/>
                <a:gd name="p0x3" fmla="*/ 43 w 63"/>
                <a:gd name="p0y3" fmla="*/ 4241 h 4274"/>
                <a:gd name="p0x4" fmla="*/ 10 w 63"/>
                <a:gd name="p0y4" fmla="*/ 4274 h 4274"/>
                <a:gd name="p0x5" fmla="*/ 0 w 63"/>
                <a:gd name="p0y5" fmla="*/ 4263 h 4274"/>
                <a:gd name="p0x6" fmla="*/ 29 w 63"/>
                <a:gd name="p0y6" fmla="*/ 4234 h 4274"/>
                <a:gd name="p0x7" fmla="*/ 48 w 63"/>
                <a:gd name="p0y7" fmla="*/ 4192 h 4274"/>
                <a:gd name="p0x8" fmla="*/ 48 w 63"/>
                <a:gd name="p0y8" fmla="*/ 4147 h 4274"/>
                <a:gd name="p0x9" fmla="*/ 48 w 63"/>
                <a:gd name="p0y9" fmla="*/ 127 h 4274"/>
                <a:gd name="p0x10" fmla="*/ 48 w 63"/>
                <a:gd name="p0y10" fmla="*/ 81 h 4274"/>
                <a:gd name="p0x11" fmla="*/ 29 w 63"/>
                <a:gd name="p0y11" fmla="*/ 40 h 4274"/>
                <a:gd name="p0x12" fmla="*/ 0 w 63"/>
                <a:gd name="p0y12" fmla="*/ 10 h 4274"/>
                <a:gd name="p0x13" fmla="*/ 10 w 63"/>
                <a:gd name="p0y13" fmla="*/ 0 h 4274"/>
                <a:gd name="p0x14" fmla="*/ 43 w 63"/>
                <a:gd name="p0y14" fmla="*/ 32 h 4274"/>
                <a:gd name="p0x15" fmla="*/ 63 w 63"/>
                <a:gd name="p0y15" fmla="*/ 77 h 4274"/>
                <a:gd name="p0x16" fmla="*/ 63 w 63"/>
                <a:gd name="p0y16" fmla="*/ 127 h 42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8B5CF6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任意多边形 24"/>
            <p:cNvSpPr/>
            <p:nvPr>
              <p:custDataLst>
                <p:tags r:id="rId25"/>
              </p:custDataLst>
            </p:nvPr>
          </p:nvSpPr>
          <p:spPr>
            <a:xfrm>
              <a:off x="844" y="10871"/>
              <a:ext cx="3183" cy="64"/>
            </a:xfrm>
            <a:custGeom>
              <a:avLst/>
              <a:gdLst>
                <a:gd name="sw" fmla="*/ 1 w 3182"/>
                <a:gd name="sh" fmla="*/ 1 h 63"/>
                <a:gd name="mins" fmla="min sw sh"/>
                <a:gd name="dsw" fmla="+- 0 sw mins"/>
                <a:gd name="dsh" fmla="+- 0 sh mins"/>
                <a:gd name="p0x0" fmla="*/ 3055 w 3182"/>
                <a:gd name="p0y0" fmla="*/ 63 h 63"/>
                <a:gd name="p0x1" fmla="*/ 55 w 3182"/>
                <a:gd name="p0y1" fmla="*/ 63 h 63"/>
                <a:gd name="p0x2" fmla="*/ 36 w 3182"/>
                <a:gd name="p0y2" fmla="*/ 63 h 63"/>
                <a:gd name="p0x3" fmla="*/ 17 w 3182"/>
                <a:gd name="p0y3" fmla="*/ 60 h 63"/>
                <a:gd name="p0x4" fmla="*/ 0 w 3182"/>
                <a:gd name="p0y4" fmla="*/ 54 h 63"/>
                <a:gd name="p0x5" fmla="*/ 18 w 3182"/>
                <a:gd name="p0y5" fmla="*/ 40 h 63"/>
                <a:gd name="p0x6" fmla="*/ 18 w 3182"/>
                <a:gd name="p0y6" fmla="*/ 40 h 63"/>
                <a:gd name="p0x7" fmla="*/ 30 w 3182"/>
                <a:gd name="p0y7" fmla="*/ 45 h 63"/>
                <a:gd name="p0x8" fmla="*/ 42 w 3182"/>
                <a:gd name="p0y8" fmla="*/ 48 h 63"/>
                <a:gd name="p0x9" fmla="*/ 55 w 3182"/>
                <a:gd name="p0y9" fmla="*/ 48 h 63"/>
                <a:gd name="p0x10" fmla="*/ 3055 w 3182"/>
                <a:gd name="p0y10" fmla="*/ 48 h 63"/>
                <a:gd name="p0x11" fmla="*/ 3101 w 3182"/>
                <a:gd name="p0y11" fmla="*/ 48 h 63"/>
                <a:gd name="p0x12" fmla="*/ 3142 w 3182"/>
                <a:gd name="p0y12" fmla="*/ 29 h 63"/>
                <a:gd name="p0x13" fmla="*/ 3172 w 3182"/>
                <a:gd name="p0y13" fmla="*/ 0 h 63"/>
                <a:gd name="p0x14" fmla="*/ 3182 w 3182"/>
                <a:gd name="p0y14" fmla="*/ 10 h 63"/>
                <a:gd name="p0x15" fmla="*/ 3150 w 3182"/>
                <a:gd name="p0y15" fmla="*/ 43 h 63"/>
                <a:gd name="p0x16" fmla="*/ 3105 w 3182"/>
                <a:gd name="p0y16" fmla="*/ 63 h 63"/>
                <a:gd name="p0x17" fmla="*/ 3055 w 3182"/>
                <a:gd name="p0y17" fmla="*/ 63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8B5CF6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任意多边形 25"/>
            <p:cNvSpPr/>
            <p:nvPr>
              <p:custDataLst>
                <p:tags r:id="rId26"/>
              </p:custDataLst>
            </p:nvPr>
          </p:nvSpPr>
          <p:spPr>
            <a:xfrm>
              <a:off x="720" y="6563"/>
              <a:ext cx="142" cy="4363"/>
            </a:xfrm>
            <a:custGeom>
              <a:avLst/>
              <a:gdLst>
                <a:gd name="sw" fmla="*/ 1 w 142"/>
                <a:gd name="sh" fmla="*/ 1 h 4362"/>
                <a:gd name="mins" fmla="min sw sh"/>
                <a:gd name="dsw" fmla="+- 0 sw mins"/>
                <a:gd name="dsh" fmla="+- 0 sh mins"/>
                <a:gd name="p0x0" fmla="*/ 0 w 142"/>
                <a:gd name="p0y0" fmla="*/ 4191 h 4362"/>
                <a:gd name="p0x1" fmla="*/ 0 w 142"/>
                <a:gd name="p0y1" fmla="*/ 171 h 4362"/>
                <a:gd name="p0x2" fmla="*/ 0 w 142"/>
                <a:gd name="p0y2" fmla="*/ 91 h 4362"/>
                <a:gd name="p0x3" fmla="*/ 52 w 142"/>
                <a:gd name="p0y3" fmla="*/ 23 h 4362"/>
                <a:gd name="p0x4" fmla="*/ 124 w 142"/>
                <a:gd name="p0y4" fmla="*/ 0 h 4362"/>
                <a:gd name="p0x5" fmla="*/ 142 w 142"/>
                <a:gd name="p0y5" fmla="*/ 14 h 4362"/>
                <a:gd name="p0x6" fmla="*/ 142 w 142"/>
                <a:gd name="p0y6" fmla="*/ 14 h 4362"/>
                <a:gd name="p0x7" fmla="*/ 94 w 142"/>
                <a:gd name="p0y7" fmla="*/ 35 h 4362"/>
                <a:gd name="p0x8" fmla="*/ 60 w 142"/>
                <a:gd name="p0y8" fmla="*/ 97 h 4362"/>
                <a:gd name="p0x9" fmla="*/ 60 w 142"/>
                <a:gd name="p0y9" fmla="*/ 171 h 4362"/>
                <a:gd name="p0x10" fmla="*/ 60 w 142"/>
                <a:gd name="p0y10" fmla="*/ 4191 h 4362"/>
                <a:gd name="p0x11" fmla="*/ 60 w 142"/>
                <a:gd name="p0y11" fmla="*/ 4264 h 4362"/>
                <a:gd name="p0x12" fmla="*/ 94 w 142"/>
                <a:gd name="p0y12" fmla="*/ 4326 h 4362"/>
                <a:gd name="p0x13" fmla="*/ 142 w 142"/>
                <a:gd name="p0y13" fmla="*/ 4348 h 4362"/>
                <a:gd name="p0x14" fmla="*/ 124 w 142"/>
                <a:gd name="p0y14" fmla="*/ 4362 h 4362"/>
                <a:gd name="p0x15" fmla="*/ 124 w 142"/>
                <a:gd name="p0y15" fmla="*/ 4362 h 4362"/>
                <a:gd name="p0x16" fmla="*/ 52 w 142"/>
                <a:gd name="p0y16" fmla="*/ 4338 h 4362"/>
                <a:gd name="p0x17" fmla="*/ 0 w 142"/>
                <a:gd name="p0y17" fmla="*/ 4271 h 4362"/>
                <a:gd name="p0x18" fmla="*/ 0 w 142"/>
                <a:gd name="p0y18" fmla="*/ 4191 h 436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8B5C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8" name="文本框 27"/>
          <p:cNvSpPr txBox="1"/>
          <p:nvPr>
            <p:custDataLst>
              <p:tags r:id="rId27"/>
            </p:custDataLst>
          </p:nvPr>
        </p:nvSpPr>
        <p:spPr>
          <a:xfrm>
            <a:off x="647700" y="4278630"/>
            <a:ext cx="274587" cy="1866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900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</a:rPr>
              <a:t>Q3</a:t>
            </a:r>
            <a:endParaRPr sz="900">
              <a:solidFill>
                <a:srgbClr val="9CA3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28"/>
            </p:custDataLst>
          </p:nvPr>
        </p:nvSpPr>
        <p:spPr>
          <a:xfrm>
            <a:off x="685800" y="4568190"/>
            <a:ext cx="170497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垂直领域平台</a:t>
            </a:r>
            <a:endParaRPr sz="12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29"/>
            </p:custDataLst>
          </p:nvPr>
        </p:nvSpPr>
        <p:spPr>
          <a:xfrm>
            <a:off x="685800" y="4878705"/>
            <a:ext cx="1704975" cy="44758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提升活跃度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降低成本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6" name="组合 35"/>
          <p:cNvGrpSpPr/>
          <p:nvPr>
            <p:custDataLst>
              <p:tags r:id="rId30"/>
            </p:custDataLst>
          </p:nvPr>
        </p:nvGrpSpPr>
        <p:grpSpPr>
          <a:xfrm>
            <a:off x="2743200" y="4162425"/>
            <a:ext cx="2133600" cy="2781300"/>
            <a:chOff x="4320" y="6555"/>
            <a:chExt cx="3360" cy="4380"/>
          </a:xfrm>
          <a:effectLst>
            <a:outerShdw blurRad="171450" dist="19050" dir="5399999" algn="ctr" rotWithShape="0">
              <a:srgbClr val="2563EB">
                <a:alpha val="5882"/>
              </a:srgbClr>
            </a:outerShdw>
          </a:effectLst>
        </p:grpSpPr>
        <p:sp>
          <p:nvSpPr>
            <p:cNvPr id="31" name="任意多边形 30"/>
            <p:cNvSpPr/>
            <p:nvPr>
              <p:custDataLst>
                <p:tags r:id="rId31"/>
              </p:custDataLst>
            </p:nvPr>
          </p:nvSpPr>
          <p:spPr>
            <a:xfrm>
              <a:off x="4320" y="6555"/>
              <a:ext cx="3360" cy="4380"/>
            </a:xfrm>
            <a:custGeom>
              <a:avLst/>
              <a:gdLst>
                <a:gd name="sw" fmla="*/ 1 w 3360"/>
                <a:gd name="sh" fmla="*/ 1 h 4380"/>
                <a:gd name="mins" fmla="min sw sh"/>
                <a:gd name="dsw" fmla="+- 0 sw mins"/>
                <a:gd name="dsh" fmla="+- 0 sh mins"/>
                <a:gd name="p0x0" fmla="*/ 180 w 3360"/>
                <a:gd name="p0y0" fmla="*/ 0 h 4380"/>
                <a:gd name="p0x1" fmla="*/ 3180 w 3360"/>
                <a:gd name="p0y1" fmla="*/ 0 h 4380"/>
                <a:gd name="p0x2" fmla="*/ 3279 w 3360"/>
                <a:gd name="p0y2" fmla="*/ 0 h 4380"/>
                <a:gd name="p0x3" fmla="*/ 3360 w 3360"/>
                <a:gd name="p0y3" fmla="*/ 80 h 4380"/>
                <a:gd name="p0x4" fmla="*/ 3360 w 3360"/>
                <a:gd name="p0y4" fmla="*/ 180 h 4380"/>
                <a:gd name="p0x5" fmla="*/ 3360 w 3360"/>
                <a:gd name="p0y5" fmla="*/ 4200 h 4380"/>
                <a:gd name="p0x6" fmla="*/ 3360 w 3360"/>
                <a:gd name="p0y6" fmla="*/ 4299 h 4380"/>
                <a:gd name="p0x7" fmla="*/ 3279 w 3360"/>
                <a:gd name="p0y7" fmla="*/ 4380 h 4380"/>
                <a:gd name="p0x8" fmla="*/ 3180 w 3360"/>
                <a:gd name="p0y8" fmla="*/ 4380 h 4380"/>
                <a:gd name="p0x9" fmla="*/ 180 w 3360"/>
                <a:gd name="p0y9" fmla="*/ 4380 h 4380"/>
                <a:gd name="p0x10" fmla="*/ 80 w 3360"/>
                <a:gd name="p0y10" fmla="*/ 4380 h 4380"/>
                <a:gd name="p0x11" fmla="*/ 0 w 3360"/>
                <a:gd name="p0y11" fmla="*/ 4299 h 4380"/>
                <a:gd name="p0x12" fmla="*/ 0 w 3360"/>
                <a:gd name="p0y12" fmla="*/ 4200 h 4380"/>
                <a:gd name="p0x13" fmla="*/ 0 w 3360"/>
                <a:gd name="p0y13" fmla="*/ 180 h 4380"/>
                <a:gd name="p0x14" fmla="*/ 0 w 3360"/>
                <a:gd name="p0y14" fmla="*/ 80 h 4380"/>
                <a:gd name="p0x15" fmla="*/ 80 w 3360"/>
                <a:gd name="p0y15" fmla="*/ 0 h 4380"/>
                <a:gd name="p0x16" fmla="*/ 180 w 3360"/>
                <a:gd name="p0y16" fmla="*/ 0 h 43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任意多边形 31"/>
            <p:cNvSpPr/>
            <p:nvPr>
              <p:custDataLst>
                <p:tags r:id="rId32"/>
              </p:custDataLst>
            </p:nvPr>
          </p:nvSpPr>
          <p:spPr>
            <a:xfrm>
              <a:off x="4444" y="6555"/>
              <a:ext cx="3183" cy="63"/>
            </a:xfrm>
            <a:custGeom>
              <a:avLst/>
              <a:gdLst>
                <a:gd name="sw" fmla="*/ 1 w 3182"/>
                <a:gd name="sh" fmla="*/ 1 h 63"/>
                <a:gd name="mins" fmla="min sw sh"/>
                <a:gd name="dsw" fmla="+- 0 sw mins"/>
                <a:gd name="dsh" fmla="+- 0 sh mins"/>
                <a:gd name="p0x0" fmla="*/ 55 w 3182"/>
                <a:gd name="p0y0" fmla="*/ 0 h 63"/>
                <a:gd name="p0x1" fmla="*/ 3055 w 3182"/>
                <a:gd name="p0y1" fmla="*/ 0 h 63"/>
                <a:gd name="p0x2" fmla="*/ 3105 w 3182"/>
                <a:gd name="p0y2" fmla="*/ 0 h 63"/>
                <a:gd name="p0x3" fmla="*/ 3150 w 3182"/>
                <a:gd name="p0y3" fmla="*/ 20 h 63"/>
                <a:gd name="p0x4" fmla="*/ 3182 w 3182"/>
                <a:gd name="p0y4" fmla="*/ 52 h 63"/>
                <a:gd name="p0x5" fmla="*/ 3172 w 3182"/>
                <a:gd name="p0y5" fmla="*/ 63 h 63"/>
                <a:gd name="p0x6" fmla="*/ 3142 w 3182"/>
                <a:gd name="p0y6" fmla="*/ 33 h 63"/>
                <a:gd name="p0x7" fmla="*/ 3101 w 3182"/>
                <a:gd name="p0y7" fmla="*/ 15 h 63"/>
                <a:gd name="p0x8" fmla="*/ 3055 w 3182"/>
                <a:gd name="p0y8" fmla="*/ 15 h 63"/>
                <a:gd name="p0x9" fmla="*/ 55 w 3182"/>
                <a:gd name="p0y9" fmla="*/ 15 h 63"/>
                <a:gd name="p0x10" fmla="*/ 42 w 3182"/>
                <a:gd name="p0y10" fmla="*/ 15 h 63"/>
                <a:gd name="p0x11" fmla="*/ 30 w 3182"/>
                <a:gd name="p0y11" fmla="*/ 17 h 63"/>
                <a:gd name="p0x12" fmla="*/ 18 w 3182"/>
                <a:gd name="p0y12" fmla="*/ 23 h 63"/>
                <a:gd name="p0x13" fmla="*/ 0 w 3182"/>
                <a:gd name="p0y13" fmla="*/ 8 h 63"/>
                <a:gd name="p0x14" fmla="*/ 0 w 3182"/>
                <a:gd name="p0y14" fmla="*/ 8 h 63"/>
                <a:gd name="p0x15" fmla="*/ 17 w 3182"/>
                <a:gd name="p0y15" fmla="*/ 3 h 63"/>
                <a:gd name="p0x16" fmla="*/ 36 w 3182"/>
                <a:gd name="p0y16" fmla="*/ 0 h 63"/>
                <a:gd name="p0x17" fmla="*/ 55 w 3182"/>
                <a:gd name="p0y17" fmla="*/ 0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2563EB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任意多边形 32"/>
            <p:cNvSpPr/>
            <p:nvPr>
              <p:custDataLst>
                <p:tags r:id="rId33"/>
              </p:custDataLst>
            </p:nvPr>
          </p:nvSpPr>
          <p:spPr>
            <a:xfrm>
              <a:off x="7616" y="6607"/>
              <a:ext cx="64" cy="4275"/>
            </a:xfrm>
            <a:custGeom>
              <a:avLst/>
              <a:gdLst>
                <a:gd name="sw" fmla="*/ 1 w 63"/>
                <a:gd name="sh" fmla="*/ 1 h 4274"/>
                <a:gd name="mins" fmla="min sw sh"/>
                <a:gd name="dsw" fmla="+- 0 sw mins"/>
                <a:gd name="dsh" fmla="+- 0 sh mins"/>
                <a:gd name="p0x0" fmla="*/ 63 w 63"/>
                <a:gd name="p0y0" fmla="*/ 127 h 4274"/>
                <a:gd name="p0x1" fmla="*/ 63 w 63"/>
                <a:gd name="p0y1" fmla="*/ 4147 h 4274"/>
                <a:gd name="p0x2" fmla="*/ 63 w 63"/>
                <a:gd name="p0y2" fmla="*/ 4196 h 4274"/>
                <a:gd name="p0x3" fmla="*/ 43 w 63"/>
                <a:gd name="p0y3" fmla="*/ 4241 h 4274"/>
                <a:gd name="p0x4" fmla="*/ 10 w 63"/>
                <a:gd name="p0y4" fmla="*/ 4274 h 4274"/>
                <a:gd name="p0x5" fmla="*/ 0 w 63"/>
                <a:gd name="p0y5" fmla="*/ 4263 h 4274"/>
                <a:gd name="p0x6" fmla="*/ 29 w 63"/>
                <a:gd name="p0y6" fmla="*/ 4234 h 4274"/>
                <a:gd name="p0x7" fmla="*/ 48 w 63"/>
                <a:gd name="p0y7" fmla="*/ 4192 h 4274"/>
                <a:gd name="p0x8" fmla="*/ 48 w 63"/>
                <a:gd name="p0y8" fmla="*/ 4147 h 4274"/>
                <a:gd name="p0x9" fmla="*/ 48 w 63"/>
                <a:gd name="p0y9" fmla="*/ 127 h 4274"/>
                <a:gd name="p0x10" fmla="*/ 48 w 63"/>
                <a:gd name="p0y10" fmla="*/ 81 h 4274"/>
                <a:gd name="p0x11" fmla="*/ 29 w 63"/>
                <a:gd name="p0y11" fmla="*/ 40 h 4274"/>
                <a:gd name="p0x12" fmla="*/ 0 w 63"/>
                <a:gd name="p0y12" fmla="*/ 10 h 4274"/>
                <a:gd name="p0x13" fmla="*/ 10 w 63"/>
                <a:gd name="p0y13" fmla="*/ 0 h 4274"/>
                <a:gd name="p0x14" fmla="*/ 43 w 63"/>
                <a:gd name="p0y14" fmla="*/ 32 h 4274"/>
                <a:gd name="p0x15" fmla="*/ 63 w 63"/>
                <a:gd name="p0y15" fmla="*/ 77 h 4274"/>
                <a:gd name="p0x16" fmla="*/ 63 w 63"/>
                <a:gd name="p0y16" fmla="*/ 127 h 42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2563EB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任意多边形 33"/>
            <p:cNvSpPr/>
            <p:nvPr>
              <p:custDataLst>
                <p:tags r:id="rId34"/>
              </p:custDataLst>
            </p:nvPr>
          </p:nvSpPr>
          <p:spPr>
            <a:xfrm>
              <a:off x="4444" y="10871"/>
              <a:ext cx="3183" cy="64"/>
            </a:xfrm>
            <a:custGeom>
              <a:avLst/>
              <a:gdLst>
                <a:gd name="sw" fmla="*/ 1 w 3182"/>
                <a:gd name="sh" fmla="*/ 1 h 63"/>
                <a:gd name="mins" fmla="min sw sh"/>
                <a:gd name="dsw" fmla="+- 0 sw mins"/>
                <a:gd name="dsh" fmla="+- 0 sh mins"/>
                <a:gd name="p0x0" fmla="*/ 3055 w 3182"/>
                <a:gd name="p0y0" fmla="*/ 63 h 63"/>
                <a:gd name="p0x1" fmla="*/ 55 w 3182"/>
                <a:gd name="p0y1" fmla="*/ 63 h 63"/>
                <a:gd name="p0x2" fmla="*/ 36 w 3182"/>
                <a:gd name="p0y2" fmla="*/ 63 h 63"/>
                <a:gd name="p0x3" fmla="*/ 17 w 3182"/>
                <a:gd name="p0y3" fmla="*/ 60 h 63"/>
                <a:gd name="p0x4" fmla="*/ 0 w 3182"/>
                <a:gd name="p0y4" fmla="*/ 54 h 63"/>
                <a:gd name="p0x5" fmla="*/ 18 w 3182"/>
                <a:gd name="p0y5" fmla="*/ 40 h 63"/>
                <a:gd name="p0x6" fmla="*/ 18 w 3182"/>
                <a:gd name="p0y6" fmla="*/ 40 h 63"/>
                <a:gd name="p0x7" fmla="*/ 30 w 3182"/>
                <a:gd name="p0y7" fmla="*/ 45 h 63"/>
                <a:gd name="p0x8" fmla="*/ 42 w 3182"/>
                <a:gd name="p0y8" fmla="*/ 48 h 63"/>
                <a:gd name="p0x9" fmla="*/ 55 w 3182"/>
                <a:gd name="p0y9" fmla="*/ 48 h 63"/>
                <a:gd name="p0x10" fmla="*/ 3055 w 3182"/>
                <a:gd name="p0y10" fmla="*/ 48 h 63"/>
                <a:gd name="p0x11" fmla="*/ 3101 w 3182"/>
                <a:gd name="p0y11" fmla="*/ 48 h 63"/>
                <a:gd name="p0x12" fmla="*/ 3142 w 3182"/>
                <a:gd name="p0y12" fmla="*/ 29 h 63"/>
                <a:gd name="p0x13" fmla="*/ 3172 w 3182"/>
                <a:gd name="p0y13" fmla="*/ 0 h 63"/>
                <a:gd name="p0x14" fmla="*/ 3182 w 3182"/>
                <a:gd name="p0y14" fmla="*/ 10 h 63"/>
                <a:gd name="p0x15" fmla="*/ 3150 w 3182"/>
                <a:gd name="p0y15" fmla="*/ 43 h 63"/>
                <a:gd name="p0x16" fmla="*/ 3105 w 3182"/>
                <a:gd name="p0y16" fmla="*/ 63 h 63"/>
                <a:gd name="p0x17" fmla="*/ 3055 w 3182"/>
                <a:gd name="p0y17" fmla="*/ 63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2563EB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任意多边形 34"/>
            <p:cNvSpPr/>
            <p:nvPr>
              <p:custDataLst>
                <p:tags r:id="rId35"/>
              </p:custDataLst>
            </p:nvPr>
          </p:nvSpPr>
          <p:spPr>
            <a:xfrm>
              <a:off x="4320" y="6563"/>
              <a:ext cx="142" cy="4363"/>
            </a:xfrm>
            <a:custGeom>
              <a:avLst/>
              <a:gdLst>
                <a:gd name="sw" fmla="*/ 1 w 142"/>
                <a:gd name="sh" fmla="*/ 1 h 4362"/>
                <a:gd name="mins" fmla="min sw sh"/>
                <a:gd name="dsw" fmla="+- 0 sw mins"/>
                <a:gd name="dsh" fmla="+- 0 sh mins"/>
                <a:gd name="p0x0" fmla="*/ 0 w 142"/>
                <a:gd name="p0y0" fmla="*/ 4191 h 4362"/>
                <a:gd name="p0x1" fmla="*/ 0 w 142"/>
                <a:gd name="p0y1" fmla="*/ 171 h 4362"/>
                <a:gd name="p0x2" fmla="*/ 0 w 142"/>
                <a:gd name="p0y2" fmla="*/ 91 h 4362"/>
                <a:gd name="p0x3" fmla="*/ 52 w 142"/>
                <a:gd name="p0y3" fmla="*/ 23 h 4362"/>
                <a:gd name="p0x4" fmla="*/ 124 w 142"/>
                <a:gd name="p0y4" fmla="*/ 0 h 4362"/>
                <a:gd name="p0x5" fmla="*/ 142 w 142"/>
                <a:gd name="p0y5" fmla="*/ 14 h 4362"/>
                <a:gd name="p0x6" fmla="*/ 142 w 142"/>
                <a:gd name="p0y6" fmla="*/ 14 h 4362"/>
                <a:gd name="p0x7" fmla="*/ 94 w 142"/>
                <a:gd name="p0y7" fmla="*/ 35 h 4362"/>
                <a:gd name="p0x8" fmla="*/ 60 w 142"/>
                <a:gd name="p0y8" fmla="*/ 97 h 4362"/>
                <a:gd name="p0x9" fmla="*/ 60 w 142"/>
                <a:gd name="p0y9" fmla="*/ 171 h 4362"/>
                <a:gd name="p0x10" fmla="*/ 60 w 142"/>
                <a:gd name="p0y10" fmla="*/ 4191 h 4362"/>
                <a:gd name="p0x11" fmla="*/ 60 w 142"/>
                <a:gd name="p0y11" fmla="*/ 4264 h 4362"/>
                <a:gd name="p0x12" fmla="*/ 94 w 142"/>
                <a:gd name="p0y12" fmla="*/ 4326 h 4362"/>
                <a:gd name="p0x13" fmla="*/ 142 w 142"/>
                <a:gd name="p0y13" fmla="*/ 4348 h 4362"/>
                <a:gd name="p0x14" fmla="*/ 124 w 142"/>
                <a:gd name="p0y14" fmla="*/ 4362 h 4362"/>
                <a:gd name="p0x15" fmla="*/ 124 w 142"/>
                <a:gd name="p0y15" fmla="*/ 4362 h 4362"/>
                <a:gd name="p0x16" fmla="*/ 52 w 142"/>
                <a:gd name="p0y16" fmla="*/ 4338 h 4362"/>
                <a:gd name="p0x17" fmla="*/ 0 w 142"/>
                <a:gd name="p0y17" fmla="*/ 4271 h 4362"/>
                <a:gd name="p0x18" fmla="*/ 0 w 142"/>
                <a:gd name="p0y18" fmla="*/ 4191 h 436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60A5F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7" name="文本框 36"/>
          <p:cNvSpPr txBox="1"/>
          <p:nvPr>
            <p:custDataLst>
              <p:tags r:id="rId36"/>
            </p:custDataLst>
          </p:nvPr>
        </p:nvSpPr>
        <p:spPr>
          <a:xfrm>
            <a:off x="2933700" y="4278630"/>
            <a:ext cx="274587" cy="1866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900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</a:rPr>
              <a:t>Q4</a:t>
            </a:r>
            <a:endParaRPr sz="900">
              <a:solidFill>
                <a:srgbClr val="9CA3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37"/>
            </p:custDataLst>
          </p:nvPr>
        </p:nvSpPr>
        <p:spPr>
          <a:xfrm>
            <a:off x="2971800" y="4568190"/>
            <a:ext cx="170497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2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政府</a:t>
            </a:r>
            <a:r>
              <a:rPr lang="en-US" altLang="zh-CN" sz="12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</a:t>
            </a:r>
            <a:r>
              <a:rPr lang="zh-CN" altLang="en-US" sz="12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文旅机构</a:t>
            </a:r>
            <a:endParaRPr lang="zh-CN" altLang="en-US" sz="12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38"/>
            </p:custDataLst>
          </p:nvPr>
        </p:nvSpPr>
        <p:spPr>
          <a:xfrm>
            <a:off x="2971800" y="4878705"/>
            <a:ext cx="1704975" cy="44758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文化传播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数字化宣传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0" name="图片 39"/>
          <p:cNvPicPr/>
          <p:nvPr>
            <p:custDataLst>
              <p:tags r:id="rId39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5181600" y="1228725"/>
            <a:ext cx="6553200" cy="571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3F2FD"/>
            </a:gs>
            <a:gs pos="100000">
              <a:srgbClr val="F5F7FA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57200" y="401955"/>
            <a:ext cx="11277600" cy="4057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业务架构全景：四大板块能力矩阵</a:t>
            </a:r>
            <a:endParaRPr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2"/>
            </p:custDataLst>
          </p:nvPr>
        </p:nvSpPr>
        <p:spPr>
          <a:xfrm>
            <a:off x="8634730" y="3738245"/>
            <a:ext cx="193675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 sz="14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业务全景思维导图原型示意</a:t>
            </a:r>
            <a:endParaRPr sz="14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" y="1066800"/>
            <a:ext cx="7620000" cy="5334000"/>
          </a:xfrm>
          <a:prstGeom prst="rect">
            <a:avLst/>
          </a:prstGeom>
          <a:noFill/>
        </p:spPr>
      </p:pic>
      <p:sp>
        <p:nvSpPr>
          <p:cNvPr id="14" name="任意多边形 13"/>
          <p:cNvSpPr/>
          <p:nvPr>
            <p:custDataLst>
              <p:tags r:id="rId6"/>
            </p:custDataLst>
          </p:nvPr>
        </p:nvSpPr>
        <p:spPr>
          <a:xfrm>
            <a:off x="1414145" y="1547495"/>
            <a:ext cx="828675" cy="295275"/>
          </a:xfrm>
          <a:custGeom>
            <a:avLst/>
            <a:gdLst>
              <a:gd name="sw" fmla="*/ 1 w 1305"/>
              <a:gd name="sh" fmla="*/ 1 h 465"/>
              <a:gd name="mins" fmla="min sw sh"/>
              <a:gd name="dsw" fmla="+- 0 sw mins"/>
              <a:gd name="dsh" fmla="+- 0 sh mins"/>
              <a:gd name="p0x0" fmla="*/ 120 w 1305"/>
              <a:gd name="p0y0" fmla="*/ 0 h 465"/>
              <a:gd name="p0x1" fmla="*/ 1185 w 1305"/>
              <a:gd name="p0y1" fmla="*/ 0 h 465"/>
              <a:gd name="p0x2" fmla="*/ 1251 w 1305"/>
              <a:gd name="p0y2" fmla="*/ 0 h 465"/>
              <a:gd name="p0x3" fmla="*/ 1305 w 1305"/>
              <a:gd name="p0y3" fmla="*/ 53 h 465"/>
              <a:gd name="p0x4" fmla="*/ 1305 w 1305"/>
              <a:gd name="p0y4" fmla="*/ 120 h 465"/>
              <a:gd name="p0x5" fmla="*/ 1305 w 1305"/>
              <a:gd name="p0y5" fmla="*/ 345 h 465"/>
              <a:gd name="p0x6" fmla="*/ 1305 w 1305"/>
              <a:gd name="p0y6" fmla="*/ 411 h 465"/>
              <a:gd name="p0x7" fmla="*/ 1251 w 1305"/>
              <a:gd name="p0y7" fmla="*/ 465 h 465"/>
              <a:gd name="p0x8" fmla="*/ 1185 w 1305"/>
              <a:gd name="p0y8" fmla="*/ 465 h 465"/>
              <a:gd name="p0x9" fmla="*/ 120 w 1305"/>
              <a:gd name="p0y9" fmla="*/ 465 h 465"/>
              <a:gd name="p0x10" fmla="*/ 53 w 1305"/>
              <a:gd name="p0y10" fmla="*/ 465 h 465"/>
              <a:gd name="p0x11" fmla="*/ 0 w 1305"/>
              <a:gd name="p0y11" fmla="*/ 411 h 465"/>
              <a:gd name="p0x12" fmla="*/ 0 w 1305"/>
              <a:gd name="p0y12" fmla="*/ 345 h 465"/>
              <a:gd name="p0x13" fmla="*/ 0 w 1305"/>
              <a:gd name="p0y13" fmla="*/ 120 h 465"/>
              <a:gd name="p0x14" fmla="*/ 0 w 1305"/>
              <a:gd name="p0y14" fmla="*/ 53 h 465"/>
              <a:gd name="p0x15" fmla="*/ 53 w 1305"/>
              <a:gd name="p0y15" fmla="*/ 0 h 465"/>
              <a:gd name="p0x16" fmla="*/ 120 w 1305"/>
              <a:gd name="p0y16" fmla="*/ 0 h 4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85725" dist="19050" dir="5399999" algn="ctr" rotWithShape="0">
              <a:srgbClr val="2563EB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1518920" y="1547812"/>
            <a:ext cx="657225" cy="1990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975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内容生产</a:t>
            </a:r>
            <a:endParaRPr sz="975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8"/>
            </p:custDataLst>
          </p:nvPr>
        </p:nvSpPr>
        <p:spPr>
          <a:xfrm>
            <a:off x="2461895" y="1547495"/>
            <a:ext cx="828675" cy="295275"/>
          </a:xfrm>
          <a:custGeom>
            <a:avLst/>
            <a:gdLst>
              <a:gd name="sw" fmla="*/ 1 w 1305"/>
              <a:gd name="sh" fmla="*/ 1 h 465"/>
              <a:gd name="mins" fmla="min sw sh"/>
              <a:gd name="dsw" fmla="+- 0 sw mins"/>
              <a:gd name="dsh" fmla="+- 0 sh mins"/>
              <a:gd name="p0x0" fmla="*/ 120 w 1305"/>
              <a:gd name="p0y0" fmla="*/ 0 h 465"/>
              <a:gd name="p0x1" fmla="*/ 1185 w 1305"/>
              <a:gd name="p0y1" fmla="*/ 0 h 465"/>
              <a:gd name="p0x2" fmla="*/ 1251 w 1305"/>
              <a:gd name="p0y2" fmla="*/ 0 h 465"/>
              <a:gd name="p0x3" fmla="*/ 1305 w 1305"/>
              <a:gd name="p0y3" fmla="*/ 53 h 465"/>
              <a:gd name="p0x4" fmla="*/ 1305 w 1305"/>
              <a:gd name="p0y4" fmla="*/ 120 h 465"/>
              <a:gd name="p0x5" fmla="*/ 1305 w 1305"/>
              <a:gd name="p0y5" fmla="*/ 345 h 465"/>
              <a:gd name="p0x6" fmla="*/ 1305 w 1305"/>
              <a:gd name="p0y6" fmla="*/ 411 h 465"/>
              <a:gd name="p0x7" fmla="*/ 1251 w 1305"/>
              <a:gd name="p0y7" fmla="*/ 465 h 465"/>
              <a:gd name="p0x8" fmla="*/ 1185 w 1305"/>
              <a:gd name="p0y8" fmla="*/ 465 h 465"/>
              <a:gd name="p0x9" fmla="*/ 120 w 1305"/>
              <a:gd name="p0y9" fmla="*/ 465 h 465"/>
              <a:gd name="p0x10" fmla="*/ 53 w 1305"/>
              <a:gd name="p0y10" fmla="*/ 465 h 465"/>
              <a:gd name="p0x11" fmla="*/ 0 w 1305"/>
              <a:gd name="p0y11" fmla="*/ 411 h 465"/>
              <a:gd name="p0x12" fmla="*/ 0 w 1305"/>
              <a:gd name="p0y12" fmla="*/ 345 h 465"/>
              <a:gd name="p0x13" fmla="*/ 0 w 1305"/>
              <a:gd name="p0y13" fmla="*/ 120 h 465"/>
              <a:gd name="p0x14" fmla="*/ 0 w 1305"/>
              <a:gd name="p0y14" fmla="*/ 53 h 465"/>
              <a:gd name="p0x15" fmla="*/ 53 w 1305"/>
              <a:gd name="p0y15" fmla="*/ 0 h 465"/>
              <a:gd name="p0x16" fmla="*/ 120 w 1305"/>
              <a:gd name="p0y16" fmla="*/ 0 h 4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85725" dist="19050" dir="5399999" algn="ctr" rotWithShape="0">
              <a:srgbClr val="2563EB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9"/>
            </p:custDataLst>
          </p:nvPr>
        </p:nvSpPr>
        <p:spPr>
          <a:xfrm>
            <a:off x="2628900" y="1593532"/>
            <a:ext cx="657225" cy="1990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975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账号运营</a:t>
            </a:r>
            <a:endParaRPr sz="975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0"/>
            </p:custDataLst>
          </p:nvPr>
        </p:nvSpPr>
        <p:spPr>
          <a:xfrm>
            <a:off x="3509645" y="1976120"/>
            <a:ext cx="828675" cy="295275"/>
          </a:xfrm>
          <a:custGeom>
            <a:avLst/>
            <a:gdLst>
              <a:gd name="sw" fmla="*/ 1 w 1305"/>
              <a:gd name="sh" fmla="*/ 1 h 465"/>
              <a:gd name="mins" fmla="min sw sh"/>
              <a:gd name="dsw" fmla="+- 0 sw mins"/>
              <a:gd name="dsh" fmla="+- 0 sh mins"/>
              <a:gd name="p0x0" fmla="*/ 120 w 1305"/>
              <a:gd name="p0y0" fmla="*/ 0 h 465"/>
              <a:gd name="p0x1" fmla="*/ 1185 w 1305"/>
              <a:gd name="p0y1" fmla="*/ 0 h 465"/>
              <a:gd name="p0x2" fmla="*/ 1251 w 1305"/>
              <a:gd name="p0y2" fmla="*/ 0 h 465"/>
              <a:gd name="p0x3" fmla="*/ 1305 w 1305"/>
              <a:gd name="p0y3" fmla="*/ 53 h 465"/>
              <a:gd name="p0x4" fmla="*/ 1305 w 1305"/>
              <a:gd name="p0y4" fmla="*/ 120 h 465"/>
              <a:gd name="p0x5" fmla="*/ 1305 w 1305"/>
              <a:gd name="p0y5" fmla="*/ 345 h 465"/>
              <a:gd name="p0x6" fmla="*/ 1305 w 1305"/>
              <a:gd name="p0y6" fmla="*/ 411 h 465"/>
              <a:gd name="p0x7" fmla="*/ 1251 w 1305"/>
              <a:gd name="p0y7" fmla="*/ 465 h 465"/>
              <a:gd name="p0x8" fmla="*/ 1185 w 1305"/>
              <a:gd name="p0y8" fmla="*/ 465 h 465"/>
              <a:gd name="p0x9" fmla="*/ 120 w 1305"/>
              <a:gd name="p0y9" fmla="*/ 465 h 465"/>
              <a:gd name="p0x10" fmla="*/ 53 w 1305"/>
              <a:gd name="p0y10" fmla="*/ 465 h 465"/>
              <a:gd name="p0x11" fmla="*/ 0 w 1305"/>
              <a:gd name="p0y11" fmla="*/ 411 h 465"/>
              <a:gd name="p0x12" fmla="*/ 0 w 1305"/>
              <a:gd name="p0y12" fmla="*/ 345 h 465"/>
              <a:gd name="p0x13" fmla="*/ 0 w 1305"/>
              <a:gd name="p0y13" fmla="*/ 120 h 465"/>
              <a:gd name="p0x14" fmla="*/ 0 w 1305"/>
              <a:gd name="p0y14" fmla="*/ 53 h 465"/>
              <a:gd name="p0x15" fmla="*/ 53 w 1305"/>
              <a:gd name="p0y15" fmla="*/ 0 h 465"/>
              <a:gd name="p0x16" fmla="*/ 120 w 1305"/>
              <a:gd name="p0y16" fmla="*/ 0 h 4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85725" dist="19050" dir="5399999" algn="ctr" rotWithShape="0">
              <a:srgbClr val="2563EB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1"/>
            </p:custDataLst>
          </p:nvPr>
        </p:nvSpPr>
        <p:spPr>
          <a:xfrm>
            <a:off x="3676650" y="2022158"/>
            <a:ext cx="657225" cy="1990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975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投流优化</a:t>
            </a:r>
            <a:endParaRPr sz="975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12"/>
            </p:custDataLst>
          </p:nvPr>
        </p:nvSpPr>
        <p:spPr>
          <a:xfrm>
            <a:off x="4557395" y="1976120"/>
            <a:ext cx="828675" cy="295275"/>
          </a:xfrm>
          <a:custGeom>
            <a:avLst/>
            <a:gdLst>
              <a:gd name="sw" fmla="*/ 1 w 1305"/>
              <a:gd name="sh" fmla="*/ 1 h 465"/>
              <a:gd name="mins" fmla="min sw sh"/>
              <a:gd name="dsw" fmla="+- 0 sw mins"/>
              <a:gd name="dsh" fmla="+- 0 sh mins"/>
              <a:gd name="p0x0" fmla="*/ 120 w 1305"/>
              <a:gd name="p0y0" fmla="*/ 0 h 465"/>
              <a:gd name="p0x1" fmla="*/ 1185 w 1305"/>
              <a:gd name="p0y1" fmla="*/ 0 h 465"/>
              <a:gd name="p0x2" fmla="*/ 1251 w 1305"/>
              <a:gd name="p0y2" fmla="*/ 0 h 465"/>
              <a:gd name="p0x3" fmla="*/ 1305 w 1305"/>
              <a:gd name="p0y3" fmla="*/ 53 h 465"/>
              <a:gd name="p0x4" fmla="*/ 1305 w 1305"/>
              <a:gd name="p0y4" fmla="*/ 120 h 465"/>
              <a:gd name="p0x5" fmla="*/ 1305 w 1305"/>
              <a:gd name="p0y5" fmla="*/ 345 h 465"/>
              <a:gd name="p0x6" fmla="*/ 1305 w 1305"/>
              <a:gd name="p0y6" fmla="*/ 411 h 465"/>
              <a:gd name="p0x7" fmla="*/ 1251 w 1305"/>
              <a:gd name="p0y7" fmla="*/ 465 h 465"/>
              <a:gd name="p0x8" fmla="*/ 1185 w 1305"/>
              <a:gd name="p0y8" fmla="*/ 465 h 465"/>
              <a:gd name="p0x9" fmla="*/ 120 w 1305"/>
              <a:gd name="p0y9" fmla="*/ 465 h 465"/>
              <a:gd name="p0x10" fmla="*/ 53 w 1305"/>
              <a:gd name="p0y10" fmla="*/ 465 h 465"/>
              <a:gd name="p0x11" fmla="*/ 0 w 1305"/>
              <a:gd name="p0y11" fmla="*/ 411 h 465"/>
              <a:gd name="p0x12" fmla="*/ 0 w 1305"/>
              <a:gd name="p0y12" fmla="*/ 345 h 465"/>
              <a:gd name="p0x13" fmla="*/ 0 w 1305"/>
              <a:gd name="p0y13" fmla="*/ 120 h 465"/>
              <a:gd name="p0x14" fmla="*/ 0 w 1305"/>
              <a:gd name="p0y14" fmla="*/ 53 h 465"/>
              <a:gd name="p0x15" fmla="*/ 53 w 1305"/>
              <a:gd name="p0y15" fmla="*/ 0 h 465"/>
              <a:gd name="p0x16" fmla="*/ 120 w 1305"/>
              <a:gd name="p0y16" fmla="*/ 0 h 4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85725" dist="19050" dir="5399999" algn="ctr" rotWithShape="0">
              <a:srgbClr val="2563EB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3"/>
            </p:custDataLst>
          </p:nvPr>
        </p:nvSpPr>
        <p:spPr>
          <a:xfrm>
            <a:off x="4724400" y="2022158"/>
            <a:ext cx="657225" cy="1990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975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用户增长</a:t>
            </a:r>
            <a:endParaRPr sz="975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14"/>
            </p:custDataLst>
          </p:nvPr>
        </p:nvSpPr>
        <p:spPr>
          <a:xfrm>
            <a:off x="4938395" y="3166745"/>
            <a:ext cx="828675" cy="295275"/>
          </a:xfrm>
          <a:custGeom>
            <a:avLst/>
            <a:gdLst>
              <a:gd name="sw" fmla="*/ 1 w 1305"/>
              <a:gd name="sh" fmla="*/ 1 h 465"/>
              <a:gd name="mins" fmla="min sw sh"/>
              <a:gd name="dsw" fmla="+- 0 sw mins"/>
              <a:gd name="dsh" fmla="+- 0 sh mins"/>
              <a:gd name="p0x0" fmla="*/ 120 w 1305"/>
              <a:gd name="p0y0" fmla="*/ 0 h 465"/>
              <a:gd name="p0x1" fmla="*/ 1185 w 1305"/>
              <a:gd name="p0y1" fmla="*/ 0 h 465"/>
              <a:gd name="p0x2" fmla="*/ 1251 w 1305"/>
              <a:gd name="p0y2" fmla="*/ 0 h 465"/>
              <a:gd name="p0x3" fmla="*/ 1305 w 1305"/>
              <a:gd name="p0y3" fmla="*/ 53 h 465"/>
              <a:gd name="p0x4" fmla="*/ 1305 w 1305"/>
              <a:gd name="p0y4" fmla="*/ 120 h 465"/>
              <a:gd name="p0x5" fmla="*/ 1305 w 1305"/>
              <a:gd name="p0y5" fmla="*/ 345 h 465"/>
              <a:gd name="p0x6" fmla="*/ 1305 w 1305"/>
              <a:gd name="p0y6" fmla="*/ 411 h 465"/>
              <a:gd name="p0x7" fmla="*/ 1251 w 1305"/>
              <a:gd name="p0y7" fmla="*/ 465 h 465"/>
              <a:gd name="p0x8" fmla="*/ 1185 w 1305"/>
              <a:gd name="p0y8" fmla="*/ 465 h 465"/>
              <a:gd name="p0x9" fmla="*/ 120 w 1305"/>
              <a:gd name="p0y9" fmla="*/ 465 h 465"/>
              <a:gd name="p0x10" fmla="*/ 53 w 1305"/>
              <a:gd name="p0y10" fmla="*/ 465 h 465"/>
              <a:gd name="p0x11" fmla="*/ 0 w 1305"/>
              <a:gd name="p0y11" fmla="*/ 411 h 465"/>
              <a:gd name="p0x12" fmla="*/ 0 w 1305"/>
              <a:gd name="p0y12" fmla="*/ 345 h 465"/>
              <a:gd name="p0x13" fmla="*/ 0 w 1305"/>
              <a:gd name="p0y13" fmla="*/ 120 h 465"/>
              <a:gd name="p0x14" fmla="*/ 0 w 1305"/>
              <a:gd name="p0y14" fmla="*/ 53 h 465"/>
              <a:gd name="p0x15" fmla="*/ 53 w 1305"/>
              <a:gd name="p0y15" fmla="*/ 0 h 465"/>
              <a:gd name="p0x16" fmla="*/ 120 w 1305"/>
              <a:gd name="p0y16" fmla="*/ 0 h 4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85725" dist="19050" dir="5399999" algn="ctr" rotWithShape="0">
              <a:srgbClr val="2563EB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15"/>
            </p:custDataLst>
          </p:nvPr>
        </p:nvSpPr>
        <p:spPr>
          <a:xfrm>
            <a:off x="5105400" y="3212783"/>
            <a:ext cx="657225" cy="1990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975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标杆案例</a:t>
            </a:r>
            <a:endParaRPr sz="975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16"/>
            </p:custDataLst>
          </p:nvPr>
        </p:nvSpPr>
        <p:spPr>
          <a:xfrm>
            <a:off x="4938395" y="3642995"/>
            <a:ext cx="828675" cy="295275"/>
          </a:xfrm>
          <a:custGeom>
            <a:avLst/>
            <a:gdLst>
              <a:gd name="sw" fmla="*/ 1 w 1305"/>
              <a:gd name="sh" fmla="*/ 1 h 465"/>
              <a:gd name="mins" fmla="min sw sh"/>
              <a:gd name="dsw" fmla="+- 0 sw mins"/>
              <a:gd name="dsh" fmla="+- 0 sh mins"/>
              <a:gd name="p0x0" fmla="*/ 120 w 1305"/>
              <a:gd name="p0y0" fmla="*/ 0 h 465"/>
              <a:gd name="p0x1" fmla="*/ 1185 w 1305"/>
              <a:gd name="p0y1" fmla="*/ 0 h 465"/>
              <a:gd name="p0x2" fmla="*/ 1251 w 1305"/>
              <a:gd name="p0y2" fmla="*/ 0 h 465"/>
              <a:gd name="p0x3" fmla="*/ 1305 w 1305"/>
              <a:gd name="p0y3" fmla="*/ 53 h 465"/>
              <a:gd name="p0x4" fmla="*/ 1305 w 1305"/>
              <a:gd name="p0y4" fmla="*/ 120 h 465"/>
              <a:gd name="p0x5" fmla="*/ 1305 w 1305"/>
              <a:gd name="p0y5" fmla="*/ 345 h 465"/>
              <a:gd name="p0x6" fmla="*/ 1305 w 1305"/>
              <a:gd name="p0y6" fmla="*/ 411 h 465"/>
              <a:gd name="p0x7" fmla="*/ 1251 w 1305"/>
              <a:gd name="p0y7" fmla="*/ 465 h 465"/>
              <a:gd name="p0x8" fmla="*/ 1185 w 1305"/>
              <a:gd name="p0y8" fmla="*/ 465 h 465"/>
              <a:gd name="p0x9" fmla="*/ 120 w 1305"/>
              <a:gd name="p0y9" fmla="*/ 465 h 465"/>
              <a:gd name="p0x10" fmla="*/ 53 w 1305"/>
              <a:gd name="p0y10" fmla="*/ 465 h 465"/>
              <a:gd name="p0x11" fmla="*/ 0 w 1305"/>
              <a:gd name="p0y11" fmla="*/ 411 h 465"/>
              <a:gd name="p0x12" fmla="*/ 0 w 1305"/>
              <a:gd name="p0y12" fmla="*/ 345 h 465"/>
              <a:gd name="p0x13" fmla="*/ 0 w 1305"/>
              <a:gd name="p0y13" fmla="*/ 120 h 465"/>
              <a:gd name="p0x14" fmla="*/ 0 w 1305"/>
              <a:gd name="p0y14" fmla="*/ 53 h 465"/>
              <a:gd name="p0x15" fmla="*/ 53 w 1305"/>
              <a:gd name="p0y15" fmla="*/ 0 h 465"/>
              <a:gd name="p0x16" fmla="*/ 120 w 1305"/>
              <a:gd name="p0y16" fmla="*/ 0 h 4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85725" dist="19050" dir="5399999" algn="ctr" rotWithShape="0">
              <a:srgbClr val="2563EB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17"/>
            </p:custDataLst>
          </p:nvPr>
        </p:nvSpPr>
        <p:spPr>
          <a:xfrm>
            <a:off x="5043488" y="3689033"/>
            <a:ext cx="742950" cy="1990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975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运营方法论</a:t>
            </a:r>
            <a:endParaRPr sz="975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18"/>
            </p:custDataLst>
          </p:nvPr>
        </p:nvSpPr>
        <p:spPr>
          <a:xfrm>
            <a:off x="4938395" y="4119245"/>
            <a:ext cx="828675" cy="295275"/>
          </a:xfrm>
          <a:custGeom>
            <a:avLst/>
            <a:gdLst>
              <a:gd name="sw" fmla="*/ 1 w 1305"/>
              <a:gd name="sh" fmla="*/ 1 h 465"/>
              <a:gd name="mins" fmla="min sw sh"/>
              <a:gd name="dsw" fmla="+- 0 sw mins"/>
              <a:gd name="dsh" fmla="+- 0 sh mins"/>
              <a:gd name="p0x0" fmla="*/ 120 w 1305"/>
              <a:gd name="p0y0" fmla="*/ 0 h 465"/>
              <a:gd name="p0x1" fmla="*/ 1185 w 1305"/>
              <a:gd name="p0y1" fmla="*/ 0 h 465"/>
              <a:gd name="p0x2" fmla="*/ 1251 w 1305"/>
              <a:gd name="p0y2" fmla="*/ 0 h 465"/>
              <a:gd name="p0x3" fmla="*/ 1305 w 1305"/>
              <a:gd name="p0y3" fmla="*/ 53 h 465"/>
              <a:gd name="p0x4" fmla="*/ 1305 w 1305"/>
              <a:gd name="p0y4" fmla="*/ 120 h 465"/>
              <a:gd name="p0x5" fmla="*/ 1305 w 1305"/>
              <a:gd name="p0y5" fmla="*/ 345 h 465"/>
              <a:gd name="p0x6" fmla="*/ 1305 w 1305"/>
              <a:gd name="p0y6" fmla="*/ 411 h 465"/>
              <a:gd name="p0x7" fmla="*/ 1251 w 1305"/>
              <a:gd name="p0y7" fmla="*/ 465 h 465"/>
              <a:gd name="p0x8" fmla="*/ 1185 w 1305"/>
              <a:gd name="p0y8" fmla="*/ 465 h 465"/>
              <a:gd name="p0x9" fmla="*/ 120 w 1305"/>
              <a:gd name="p0y9" fmla="*/ 465 h 465"/>
              <a:gd name="p0x10" fmla="*/ 53 w 1305"/>
              <a:gd name="p0y10" fmla="*/ 465 h 465"/>
              <a:gd name="p0x11" fmla="*/ 0 w 1305"/>
              <a:gd name="p0y11" fmla="*/ 411 h 465"/>
              <a:gd name="p0x12" fmla="*/ 0 w 1305"/>
              <a:gd name="p0y12" fmla="*/ 345 h 465"/>
              <a:gd name="p0x13" fmla="*/ 0 w 1305"/>
              <a:gd name="p0y13" fmla="*/ 120 h 465"/>
              <a:gd name="p0x14" fmla="*/ 0 w 1305"/>
              <a:gd name="p0y14" fmla="*/ 53 h 465"/>
              <a:gd name="p0x15" fmla="*/ 53 w 1305"/>
              <a:gd name="p0y15" fmla="*/ 0 h 465"/>
              <a:gd name="p0x16" fmla="*/ 120 w 1305"/>
              <a:gd name="p0y16" fmla="*/ 0 h 4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85725" dist="19050" dir="5399999" algn="ctr" rotWithShape="0">
              <a:srgbClr val="2563EB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19"/>
            </p:custDataLst>
          </p:nvPr>
        </p:nvSpPr>
        <p:spPr>
          <a:xfrm>
            <a:off x="5105400" y="4165283"/>
            <a:ext cx="657225" cy="1990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975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最佳实践</a:t>
            </a:r>
            <a:endParaRPr sz="975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20"/>
            </p:custDataLst>
          </p:nvPr>
        </p:nvSpPr>
        <p:spPr>
          <a:xfrm>
            <a:off x="3505200" y="5118100"/>
            <a:ext cx="828675" cy="295275"/>
          </a:xfrm>
          <a:custGeom>
            <a:avLst/>
            <a:gdLst>
              <a:gd name="sw" fmla="*/ 1 w 1305"/>
              <a:gd name="sh" fmla="*/ 1 h 465"/>
              <a:gd name="mins" fmla="min sw sh"/>
              <a:gd name="dsw" fmla="+- 0 sw mins"/>
              <a:gd name="dsh" fmla="+- 0 sh mins"/>
              <a:gd name="p0x0" fmla="*/ 120 w 1305"/>
              <a:gd name="p0y0" fmla="*/ 0 h 465"/>
              <a:gd name="p0x1" fmla="*/ 1185 w 1305"/>
              <a:gd name="p0y1" fmla="*/ 0 h 465"/>
              <a:gd name="p0x2" fmla="*/ 1251 w 1305"/>
              <a:gd name="p0y2" fmla="*/ 0 h 465"/>
              <a:gd name="p0x3" fmla="*/ 1305 w 1305"/>
              <a:gd name="p0y3" fmla="*/ 53 h 465"/>
              <a:gd name="p0x4" fmla="*/ 1305 w 1305"/>
              <a:gd name="p0y4" fmla="*/ 120 h 465"/>
              <a:gd name="p0x5" fmla="*/ 1305 w 1305"/>
              <a:gd name="p0y5" fmla="*/ 345 h 465"/>
              <a:gd name="p0x6" fmla="*/ 1305 w 1305"/>
              <a:gd name="p0y6" fmla="*/ 411 h 465"/>
              <a:gd name="p0x7" fmla="*/ 1251 w 1305"/>
              <a:gd name="p0y7" fmla="*/ 465 h 465"/>
              <a:gd name="p0x8" fmla="*/ 1185 w 1305"/>
              <a:gd name="p0y8" fmla="*/ 465 h 465"/>
              <a:gd name="p0x9" fmla="*/ 120 w 1305"/>
              <a:gd name="p0y9" fmla="*/ 465 h 465"/>
              <a:gd name="p0x10" fmla="*/ 53 w 1305"/>
              <a:gd name="p0y10" fmla="*/ 465 h 465"/>
              <a:gd name="p0x11" fmla="*/ 0 w 1305"/>
              <a:gd name="p0y11" fmla="*/ 411 h 465"/>
              <a:gd name="p0x12" fmla="*/ 0 w 1305"/>
              <a:gd name="p0y12" fmla="*/ 345 h 465"/>
              <a:gd name="p0x13" fmla="*/ 0 w 1305"/>
              <a:gd name="p0y13" fmla="*/ 120 h 465"/>
              <a:gd name="p0x14" fmla="*/ 0 w 1305"/>
              <a:gd name="p0y14" fmla="*/ 53 h 465"/>
              <a:gd name="p0x15" fmla="*/ 53 w 1305"/>
              <a:gd name="p0y15" fmla="*/ 0 h 465"/>
              <a:gd name="p0x16" fmla="*/ 120 w 1305"/>
              <a:gd name="p0y16" fmla="*/ 0 h 4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85725" dist="19050" dir="5399999" algn="ctr" rotWithShape="0">
              <a:srgbClr val="2563EB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21"/>
            </p:custDataLst>
          </p:nvPr>
        </p:nvSpPr>
        <p:spPr>
          <a:xfrm>
            <a:off x="3676650" y="5157788"/>
            <a:ext cx="657225" cy="1990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975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运营团队</a:t>
            </a:r>
            <a:endParaRPr sz="975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22"/>
            </p:custDataLst>
          </p:nvPr>
        </p:nvSpPr>
        <p:spPr>
          <a:xfrm>
            <a:off x="2461895" y="5357495"/>
            <a:ext cx="828675" cy="295275"/>
          </a:xfrm>
          <a:custGeom>
            <a:avLst/>
            <a:gdLst>
              <a:gd name="sw" fmla="*/ 1 w 1305"/>
              <a:gd name="sh" fmla="*/ 1 h 465"/>
              <a:gd name="mins" fmla="min sw sh"/>
              <a:gd name="dsw" fmla="+- 0 sw mins"/>
              <a:gd name="dsh" fmla="+- 0 sh mins"/>
              <a:gd name="p0x0" fmla="*/ 120 w 1305"/>
              <a:gd name="p0y0" fmla="*/ 0 h 465"/>
              <a:gd name="p0x1" fmla="*/ 1185 w 1305"/>
              <a:gd name="p0y1" fmla="*/ 0 h 465"/>
              <a:gd name="p0x2" fmla="*/ 1251 w 1305"/>
              <a:gd name="p0y2" fmla="*/ 0 h 465"/>
              <a:gd name="p0x3" fmla="*/ 1305 w 1305"/>
              <a:gd name="p0y3" fmla="*/ 53 h 465"/>
              <a:gd name="p0x4" fmla="*/ 1305 w 1305"/>
              <a:gd name="p0y4" fmla="*/ 120 h 465"/>
              <a:gd name="p0x5" fmla="*/ 1305 w 1305"/>
              <a:gd name="p0y5" fmla="*/ 345 h 465"/>
              <a:gd name="p0x6" fmla="*/ 1305 w 1305"/>
              <a:gd name="p0y6" fmla="*/ 411 h 465"/>
              <a:gd name="p0x7" fmla="*/ 1251 w 1305"/>
              <a:gd name="p0y7" fmla="*/ 465 h 465"/>
              <a:gd name="p0x8" fmla="*/ 1185 w 1305"/>
              <a:gd name="p0y8" fmla="*/ 465 h 465"/>
              <a:gd name="p0x9" fmla="*/ 120 w 1305"/>
              <a:gd name="p0y9" fmla="*/ 465 h 465"/>
              <a:gd name="p0x10" fmla="*/ 53 w 1305"/>
              <a:gd name="p0y10" fmla="*/ 465 h 465"/>
              <a:gd name="p0x11" fmla="*/ 0 w 1305"/>
              <a:gd name="p0y11" fmla="*/ 411 h 465"/>
              <a:gd name="p0x12" fmla="*/ 0 w 1305"/>
              <a:gd name="p0y12" fmla="*/ 345 h 465"/>
              <a:gd name="p0x13" fmla="*/ 0 w 1305"/>
              <a:gd name="p0y13" fmla="*/ 120 h 465"/>
              <a:gd name="p0x14" fmla="*/ 0 w 1305"/>
              <a:gd name="p0y14" fmla="*/ 53 h 465"/>
              <a:gd name="p0x15" fmla="*/ 53 w 1305"/>
              <a:gd name="p0y15" fmla="*/ 0 h 465"/>
              <a:gd name="p0x16" fmla="*/ 120 w 1305"/>
              <a:gd name="p0y16" fmla="*/ 0 h 4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85725" dist="19050" dir="5399999" algn="ctr" rotWithShape="0">
              <a:srgbClr val="2563EB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23"/>
            </p:custDataLst>
          </p:nvPr>
        </p:nvSpPr>
        <p:spPr>
          <a:xfrm>
            <a:off x="2628900" y="5403533"/>
            <a:ext cx="657225" cy="1990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975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技术研发</a:t>
            </a:r>
            <a:endParaRPr sz="975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24"/>
            </p:custDataLst>
          </p:nvPr>
        </p:nvSpPr>
        <p:spPr>
          <a:xfrm>
            <a:off x="1414145" y="5643245"/>
            <a:ext cx="828675" cy="295275"/>
          </a:xfrm>
          <a:custGeom>
            <a:avLst/>
            <a:gdLst>
              <a:gd name="sw" fmla="*/ 1 w 1305"/>
              <a:gd name="sh" fmla="*/ 1 h 465"/>
              <a:gd name="mins" fmla="min sw sh"/>
              <a:gd name="dsw" fmla="+- 0 sw mins"/>
              <a:gd name="dsh" fmla="+- 0 sh mins"/>
              <a:gd name="p0x0" fmla="*/ 120 w 1305"/>
              <a:gd name="p0y0" fmla="*/ 0 h 465"/>
              <a:gd name="p0x1" fmla="*/ 1185 w 1305"/>
              <a:gd name="p0y1" fmla="*/ 0 h 465"/>
              <a:gd name="p0x2" fmla="*/ 1251 w 1305"/>
              <a:gd name="p0y2" fmla="*/ 0 h 465"/>
              <a:gd name="p0x3" fmla="*/ 1305 w 1305"/>
              <a:gd name="p0y3" fmla="*/ 53 h 465"/>
              <a:gd name="p0x4" fmla="*/ 1305 w 1305"/>
              <a:gd name="p0y4" fmla="*/ 120 h 465"/>
              <a:gd name="p0x5" fmla="*/ 1305 w 1305"/>
              <a:gd name="p0y5" fmla="*/ 345 h 465"/>
              <a:gd name="p0x6" fmla="*/ 1305 w 1305"/>
              <a:gd name="p0y6" fmla="*/ 411 h 465"/>
              <a:gd name="p0x7" fmla="*/ 1251 w 1305"/>
              <a:gd name="p0y7" fmla="*/ 465 h 465"/>
              <a:gd name="p0x8" fmla="*/ 1185 w 1305"/>
              <a:gd name="p0y8" fmla="*/ 465 h 465"/>
              <a:gd name="p0x9" fmla="*/ 120 w 1305"/>
              <a:gd name="p0y9" fmla="*/ 465 h 465"/>
              <a:gd name="p0x10" fmla="*/ 53 w 1305"/>
              <a:gd name="p0y10" fmla="*/ 465 h 465"/>
              <a:gd name="p0x11" fmla="*/ 0 w 1305"/>
              <a:gd name="p0y11" fmla="*/ 411 h 465"/>
              <a:gd name="p0x12" fmla="*/ 0 w 1305"/>
              <a:gd name="p0y12" fmla="*/ 345 h 465"/>
              <a:gd name="p0x13" fmla="*/ 0 w 1305"/>
              <a:gd name="p0y13" fmla="*/ 120 h 465"/>
              <a:gd name="p0x14" fmla="*/ 0 w 1305"/>
              <a:gd name="p0y14" fmla="*/ 53 h 465"/>
              <a:gd name="p0x15" fmla="*/ 53 w 1305"/>
              <a:gd name="p0y15" fmla="*/ 0 h 465"/>
              <a:gd name="p0x16" fmla="*/ 120 w 1305"/>
              <a:gd name="p0y16" fmla="*/ 0 h 4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85725" dist="19050" dir="5399999" algn="ctr" rotWithShape="0">
              <a:srgbClr val="2563EB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25"/>
            </p:custDataLst>
          </p:nvPr>
        </p:nvSpPr>
        <p:spPr>
          <a:xfrm>
            <a:off x="1519238" y="5689283"/>
            <a:ext cx="742950" cy="1990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975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中后台支撑</a:t>
            </a:r>
            <a:endParaRPr sz="975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26"/>
            </p:custDataLst>
          </p:nvPr>
        </p:nvSpPr>
        <p:spPr>
          <a:xfrm>
            <a:off x="-299720" y="3738245"/>
            <a:ext cx="828040" cy="295275"/>
          </a:xfrm>
          <a:custGeom>
            <a:avLst/>
            <a:gdLst>
              <a:gd name="sw" fmla="*/ 1 w 1305"/>
              <a:gd name="sh" fmla="*/ 1 h 465"/>
              <a:gd name="mins" fmla="min sw sh"/>
              <a:gd name="dsw" fmla="+- 0 sw mins"/>
              <a:gd name="dsh" fmla="+- 0 sh mins"/>
              <a:gd name="p0x0" fmla="*/ 120 w 1305"/>
              <a:gd name="p0y0" fmla="*/ 0 h 465"/>
              <a:gd name="p0x1" fmla="*/ 1185 w 1305"/>
              <a:gd name="p0y1" fmla="*/ 0 h 465"/>
              <a:gd name="p0x2" fmla="*/ 1251 w 1305"/>
              <a:gd name="p0y2" fmla="*/ 0 h 465"/>
              <a:gd name="p0x3" fmla="*/ 1305 w 1305"/>
              <a:gd name="p0y3" fmla="*/ 53 h 465"/>
              <a:gd name="p0x4" fmla="*/ 1305 w 1305"/>
              <a:gd name="p0y4" fmla="*/ 120 h 465"/>
              <a:gd name="p0x5" fmla="*/ 1305 w 1305"/>
              <a:gd name="p0y5" fmla="*/ 345 h 465"/>
              <a:gd name="p0x6" fmla="*/ 1305 w 1305"/>
              <a:gd name="p0y6" fmla="*/ 411 h 465"/>
              <a:gd name="p0x7" fmla="*/ 1251 w 1305"/>
              <a:gd name="p0y7" fmla="*/ 465 h 465"/>
              <a:gd name="p0x8" fmla="*/ 1185 w 1305"/>
              <a:gd name="p0y8" fmla="*/ 465 h 465"/>
              <a:gd name="p0x9" fmla="*/ 120 w 1305"/>
              <a:gd name="p0y9" fmla="*/ 465 h 465"/>
              <a:gd name="p0x10" fmla="*/ 53 w 1305"/>
              <a:gd name="p0y10" fmla="*/ 465 h 465"/>
              <a:gd name="p0x11" fmla="*/ 0 w 1305"/>
              <a:gd name="p0y11" fmla="*/ 411 h 465"/>
              <a:gd name="p0x12" fmla="*/ 0 w 1305"/>
              <a:gd name="p0y12" fmla="*/ 345 h 465"/>
              <a:gd name="p0x13" fmla="*/ 0 w 1305"/>
              <a:gd name="p0y13" fmla="*/ 120 h 465"/>
              <a:gd name="p0x14" fmla="*/ 0 w 1305"/>
              <a:gd name="p0y14" fmla="*/ 53 h 465"/>
              <a:gd name="p0x15" fmla="*/ 53 w 1305"/>
              <a:gd name="p0y15" fmla="*/ 0 h 465"/>
              <a:gd name="p0x16" fmla="*/ 120 w 1305"/>
              <a:gd name="p0y16" fmla="*/ 0 h 4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85725" dist="19050" dir="5399999" algn="ctr" rotWithShape="0">
              <a:srgbClr val="2563EB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27"/>
            </p:custDataLst>
          </p:nvPr>
        </p:nvSpPr>
        <p:spPr>
          <a:xfrm>
            <a:off x="-9525" y="3784283"/>
            <a:ext cx="533400" cy="1990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975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技术</a:t>
            </a:r>
            <a:endParaRPr sz="975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28"/>
            </p:custDataLst>
          </p:nvPr>
        </p:nvSpPr>
        <p:spPr>
          <a:xfrm>
            <a:off x="-299720" y="4214495"/>
            <a:ext cx="828040" cy="295275"/>
          </a:xfrm>
          <a:custGeom>
            <a:avLst/>
            <a:gdLst>
              <a:gd name="sw" fmla="*/ 1 w 1305"/>
              <a:gd name="sh" fmla="*/ 1 h 465"/>
              <a:gd name="mins" fmla="min sw sh"/>
              <a:gd name="dsw" fmla="+- 0 sw mins"/>
              <a:gd name="dsh" fmla="+- 0 sh mins"/>
              <a:gd name="p0x0" fmla="*/ 120 w 1305"/>
              <a:gd name="p0y0" fmla="*/ 0 h 465"/>
              <a:gd name="p0x1" fmla="*/ 1185 w 1305"/>
              <a:gd name="p0y1" fmla="*/ 0 h 465"/>
              <a:gd name="p0x2" fmla="*/ 1251 w 1305"/>
              <a:gd name="p0y2" fmla="*/ 0 h 465"/>
              <a:gd name="p0x3" fmla="*/ 1305 w 1305"/>
              <a:gd name="p0y3" fmla="*/ 53 h 465"/>
              <a:gd name="p0x4" fmla="*/ 1305 w 1305"/>
              <a:gd name="p0y4" fmla="*/ 120 h 465"/>
              <a:gd name="p0x5" fmla="*/ 1305 w 1305"/>
              <a:gd name="p0y5" fmla="*/ 345 h 465"/>
              <a:gd name="p0x6" fmla="*/ 1305 w 1305"/>
              <a:gd name="p0y6" fmla="*/ 411 h 465"/>
              <a:gd name="p0x7" fmla="*/ 1251 w 1305"/>
              <a:gd name="p0y7" fmla="*/ 465 h 465"/>
              <a:gd name="p0x8" fmla="*/ 1185 w 1305"/>
              <a:gd name="p0y8" fmla="*/ 465 h 465"/>
              <a:gd name="p0x9" fmla="*/ 120 w 1305"/>
              <a:gd name="p0y9" fmla="*/ 465 h 465"/>
              <a:gd name="p0x10" fmla="*/ 53 w 1305"/>
              <a:gd name="p0y10" fmla="*/ 465 h 465"/>
              <a:gd name="p0x11" fmla="*/ 0 w 1305"/>
              <a:gd name="p0y11" fmla="*/ 411 h 465"/>
              <a:gd name="p0x12" fmla="*/ 0 w 1305"/>
              <a:gd name="p0y12" fmla="*/ 345 h 465"/>
              <a:gd name="p0x13" fmla="*/ 0 w 1305"/>
              <a:gd name="p0y13" fmla="*/ 120 h 465"/>
              <a:gd name="p0x14" fmla="*/ 0 w 1305"/>
              <a:gd name="p0y14" fmla="*/ 53 h 465"/>
              <a:gd name="p0x15" fmla="*/ 53 w 1305"/>
              <a:gd name="p0y15" fmla="*/ 0 h 465"/>
              <a:gd name="p0x16" fmla="*/ 120 w 1305"/>
              <a:gd name="p0y16" fmla="*/ 0 h 4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85725" dist="19050" dir="5399999" algn="ctr" rotWithShape="0">
              <a:srgbClr val="2563EB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29"/>
            </p:custDataLst>
          </p:nvPr>
        </p:nvSpPr>
        <p:spPr>
          <a:xfrm>
            <a:off x="-9525" y="4260533"/>
            <a:ext cx="533400" cy="1990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975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endParaRPr sz="975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30"/>
            </p:custDataLst>
          </p:nvPr>
        </p:nvSpPr>
        <p:spPr>
          <a:xfrm>
            <a:off x="-299720" y="3166745"/>
            <a:ext cx="828040" cy="295275"/>
          </a:xfrm>
          <a:custGeom>
            <a:avLst/>
            <a:gdLst>
              <a:gd name="sw" fmla="*/ 1 w 1305"/>
              <a:gd name="sh" fmla="*/ 1 h 465"/>
              <a:gd name="mins" fmla="min sw sh"/>
              <a:gd name="dsw" fmla="+- 0 sw mins"/>
              <a:gd name="dsh" fmla="+- 0 sh mins"/>
              <a:gd name="p0x0" fmla="*/ 120 w 1305"/>
              <a:gd name="p0y0" fmla="*/ 0 h 465"/>
              <a:gd name="p0x1" fmla="*/ 1185 w 1305"/>
              <a:gd name="p0y1" fmla="*/ 0 h 465"/>
              <a:gd name="p0x2" fmla="*/ 1251 w 1305"/>
              <a:gd name="p0y2" fmla="*/ 0 h 465"/>
              <a:gd name="p0x3" fmla="*/ 1305 w 1305"/>
              <a:gd name="p0y3" fmla="*/ 53 h 465"/>
              <a:gd name="p0x4" fmla="*/ 1305 w 1305"/>
              <a:gd name="p0y4" fmla="*/ 120 h 465"/>
              <a:gd name="p0x5" fmla="*/ 1305 w 1305"/>
              <a:gd name="p0y5" fmla="*/ 345 h 465"/>
              <a:gd name="p0x6" fmla="*/ 1305 w 1305"/>
              <a:gd name="p0y6" fmla="*/ 411 h 465"/>
              <a:gd name="p0x7" fmla="*/ 1251 w 1305"/>
              <a:gd name="p0y7" fmla="*/ 465 h 465"/>
              <a:gd name="p0x8" fmla="*/ 1185 w 1305"/>
              <a:gd name="p0y8" fmla="*/ 465 h 465"/>
              <a:gd name="p0x9" fmla="*/ 120 w 1305"/>
              <a:gd name="p0y9" fmla="*/ 465 h 465"/>
              <a:gd name="p0x10" fmla="*/ 53 w 1305"/>
              <a:gd name="p0y10" fmla="*/ 465 h 465"/>
              <a:gd name="p0x11" fmla="*/ 0 w 1305"/>
              <a:gd name="p0y11" fmla="*/ 411 h 465"/>
              <a:gd name="p0x12" fmla="*/ 0 w 1305"/>
              <a:gd name="p0y12" fmla="*/ 345 h 465"/>
              <a:gd name="p0x13" fmla="*/ 0 w 1305"/>
              <a:gd name="p0y13" fmla="*/ 120 h 465"/>
              <a:gd name="p0x14" fmla="*/ 0 w 1305"/>
              <a:gd name="p0y14" fmla="*/ 53 h 465"/>
              <a:gd name="p0x15" fmla="*/ 53 w 1305"/>
              <a:gd name="p0y15" fmla="*/ 0 h 465"/>
              <a:gd name="p0x16" fmla="*/ 120 w 1305"/>
              <a:gd name="p0y16" fmla="*/ 0 h 4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85725" dist="19050" dir="5399999" algn="ctr" rotWithShape="0">
              <a:srgbClr val="2563EB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31"/>
            </p:custDataLst>
          </p:nvPr>
        </p:nvSpPr>
        <p:spPr>
          <a:xfrm>
            <a:off x="-9525" y="3212783"/>
            <a:ext cx="533400" cy="1990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975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资源</a:t>
            </a:r>
            <a:endParaRPr sz="975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32"/>
            </p:custDataLst>
          </p:nvPr>
        </p:nvSpPr>
        <p:spPr>
          <a:xfrm>
            <a:off x="-299720" y="4690745"/>
            <a:ext cx="828040" cy="295275"/>
          </a:xfrm>
          <a:custGeom>
            <a:avLst/>
            <a:gdLst>
              <a:gd name="sw" fmla="*/ 1 w 1305"/>
              <a:gd name="sh" fmla="*/ 1 h 465"/>
              <a:gd name="mins" fmla="min sw sh"/>
              <a:gd name="dsw" fmla="+- 0 sw mins"/>
              <a:gd name="dsh" fmla="+- 0 sh mins"/>
              <a:gd name="p0x0" fmla="*/ 120 w 1305"/>
              <a:gd name="p0y0" fmla="*/ 0 h 465"/>
              <a:gd name="p0x1" fmla="*/ 1185 w 1305"/>
              <a:gd name="p0y1" fmla="*/ 0 h 465"/>
              <a:gd name="p0x2" fmla="*/ 1251 w 1305"/>
              <a:gd name="p0y2" fmla="*/ 0 h 465"/>
              <a:gd name="p0x3" fmla="*/ 1305 w 1305"/>
              <a:gd name="p0y3" fmla="*/ 53 h 465"/>
              <a:gd name="p0x4" fmla="*/ 1305 w 1305"/>
              <a:gd name="p0y4" fmla="*/ 120 h 465"/>
              <a:gd name="p0x5" fmla="*/ 1305 w 1305"/>
              <a:gd name="p0y5" fmla="*/ 345 h 465"/>
              <a:gd name="p0x6" fmla="*/ 1305 w 1305"/>
              <a:gd name="p0y6" fmla="*/ 411 h 465"/>
              <a:gd name="p0x7" fmla="*/ 1251 w 1305"/>
              <a:gd name="p0y7" fmla="*/ 465 h 465"/>
              <a:gd name="p0x8" fmla="*/ 1185 w 1305"/>
              <a:gd name="p0y8" fmla="*/ 465 h 465"/>
              <a:gd name="p0x9" fmla="*/ 120 w 1305"/>
              <a:gd name="p0y9" fmla="*/ 465 h 465"/>
              <a:gd name="p0x10" fmla="*/ 53 w 1305"/>
              <a:gd name="p0y10" fmla="*/ 465 h 465"/>
              <a:gd name="p0x11" fmla="*/ 0 w 1305"/>
              <a:gd name="p0y11" fmla="*/ 411 h 465"/>
              <a:gd name="p0x12" fmla="*/ 0 w 1305"/>
              <a:gd name="p0y12" fmla="*/ 345 h 465"/>
              <a:gd name="p0x13" fmla="*/ 0 w 1305"/>
              <a:gd name="p0y13" fmla="*/ 120 h 465"/>
              <a:gd name="p0x14" fmla="*/ 0 w 1305"/>
              <a:gd name="p0y14" fmla="*/ 53 h 465"/>
              <a:gd name="p0x15" fmla="*/ 53 w 1305"/>
              <a:gd name="p0y15" fmla="*/ 0 h 465"/>
              <a:gd name="p0x16" fmla="*/ 120 w 1305"/>
              <a:gd name="p0y16" fmla="*/ 0 h 4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85725" dist="19050" dir="5399999" algn="ctr" rotWithShape="0">
              <a:srgbClr val="2563EB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33"/>
            </p:custDataLst>
          </p:nvPr>
        </p:nvSpPr>
        <p:spPr>
          <a:xfrm>
            <a:off x="-9525" y="4736783"/>
            <a:ext cx="533400" cy="1990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975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团队</a:t>
            </a:r>
            <a:endParaRPr sz="975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34"/>
            </p:custDataLst>
          </p:nvPr>
        </p:nvSpPr>
        <p:spPr>
          <a:xfrm>
            <a:off x="3804920" y="2281555"/>
            <a:ext cx="1133475" cy="523875"/>
          </a:xfrm>
          <a:custGeom>
            <a:avLst/>
            <a:gdLst>
              <a:gd name="sw" fmla="*/ 1 w 1785"/>
              <a:gd name="sh" fmla="*/ 1 h 825"/>
              <a:gd name="mins" fmla="min sw sh"/>
              <a:gd name="dsw" fmla="+- 0 sw mins"/>
              <a:gd name="dsh" fmla="+- 0 sh mins"/>
              <a:gd name="p0x0" fmla="*/ 180 w 1785"/>
              <a:gd name="p0y0" fmla="*/ 0 h 825"/>
              <a:gd name="p0x1" fmla="*/ 1605 w 1785"/>
              <a:gd name="p0y1" fmla="*/ 0 h 825"/>
              <a:gd name="p0x2" fmla="*/ 1704 w 1785"/>
              <a:gd name="p0y2" fmla="*/ 0 h 825"/>
              <a:gd name="p0x3" fmla="*/ 1785 w 1785"/>
              <a:gd name="p0y3" fmla="*/ 80 h 825"/>
              <a:gd name="p0x4" fmla="*/ 1785 w 1785"/>
              <a:gd name="p0y4" fmla="*/ 180 h 825"/>
              <a:gd name="p0x5" fmla="*/ 1785 w 1785"/>
              <a:gd name="p0y5" fmla="*/ 645 h 825"/>
              <a:gd name="p0x6" fmla="*/ 1785 w 1785"/>
              <a:gd name="p0y6" fmla="*/ 744 h 825"/>
              <a:gd name="p0x7" fmla="*/ 1704 w 1785"/>
              <a:gd name="p0y7" fmla="*/ 825 h 825"/>
              <a:gd name="p0x8" fmla="*/ 1605 w 1785"/>
              <a:gd name="p0y8" fmla="*/ 825 h 825"/>
              <a:gd name="p0x9" fmla="*/ 180 w 1785"/>
              <a:gd name="p0y9" fmla="*/ 825 h 825"/>
              <a:gd name="p0x10" fmla="*/ 80 w 1785"/>
              <a:gd name="p0y10" fmla="*/ 825 h 825"/>
              <a:gd name="p0x11" fmla="*/ 0 w 1785"/>
              <a:gd name="p0y11" fmla="*/ 744 h 825"/>
              <a:gd name="p0x12" fmla="*/ 0 w 1785"/>
              <a:gd name="p0y12" fmla="*/ 645 h 825"/>
              <a:gd name="p0x13" fmla="*/ 0 w 1785"/>
              <a:gd name="p0y13" fmla="*/ 180 h 825"/>
              <a:gd name="p0x14" fmla="*/ 0 w 1785"/>
              <a:gd name="p0y14" fmla="*/ 80 h 825"/>
              <a:gd name="p0x15" fmla="*/ 80 w 1785"/>
              <a:gd name="p0y15" fmla="*/ 0 h 825"/>
              <a:gd name="p0x16" fmla="*/ 180 w 1785"/>
              <a:gd name="p0y16" fmla="*/ 0 h 8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2563EB">
                <a:alpha val="3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35"/>
            </p:custDataLst>
          </p:nvPr>
        </p:nvSpPr>
        <p:spPr>
          <a:xfrm>
            <a:off x="4018598" y="2466023"/>
            <a:ext cx="919163" cy="1857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125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代运营业务</a:t>
            </a:r>
            <a:endParaRPr sz="1125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36"/>
            </p:custDataLst>
          </p:nvPr>
        </p:nvSpPr>
        <p:spPr>
          <a:xfrm>
            <a:off x="5909945" y="3509645"/>
            <a:ext cx="1133475" cy="523875"/>
          </a:xfrm>
          <a:custGeom>
            <a:avLst/>
            <a:gdLst>
              <a:gd name="sw" fmla="*/ 1 w 1785"/>
              <a:gd name="sh" fmla="*/ 1 h 825"/>
              <a:gd name="mins" fmla="min sw sh"/>
              <a:gd name="dsw" fmla="+- 0 sw mins"/>
              <a:gd name="dsh" fmla="+- 0 sh mins"/>
              <a:gd name="p0x0" fmla="*/ 180 w 1785"/>
              <a:gd name="p0y0" fmla="*/ 0 h 825"/>
              <a:gd name="p0x1" fmla="*/ 1605 w 1785"/>
              <a:gd name="p0y1" fmla="*/ 0 h 825"/>
              <a:gd name="p0x2" fmla="*/ 1704 w 1785"/>
              <a:gd name="p0y2" fmla="*/ 0 h 825"/>
              <a:gd name="p0x3" fmla="*/ 1785 w 1785"/>
              <a:gd name="p0y3" fmla="*/ 80 h 825"/>
              <a:gd name="p0x4" fmla="*/ 1785 w 1785"/>
              <a:gd name="p0y4" fmla="*/ 180 h 825"/>
              <a:gd name="p0x5" fmla="*/ 1785 w 1785"/>
              <a:gd name="p0y5" fmla="*/ 645 h 825"/>
              <a:gd name="p0x6" fmla="*/ 1785 w 1785"/>
              <a:gd name="p0y6" fmla="*/ 744 h 825"/>
              <a:gd name="p0x7" fmla="*/ 1704 w 1785"/>
              <a:gd name="p0y7" fmla="*/ 825 h 825"/>
              <a:gd name="p0x8" fmla="*/ 1605 w 1785"/>
              <a:gd name="p0y8" fmla="*/ 825 h 825"/>
              <a:gd name="p0x9" fmla="*/ 180 w 1785"/>
              <a:gd name="p0y9" fmla="*/ 825 h 825"/>
              <a:gd name="p0x10" fmla="*/ 80 w 1785"/>
              <a:gd name="p0y10" fmla="*/ 825 h 825"/>
              <a:gd name="p0x11" fmla="*/ 0 w 1785"/>
              <a:gd name="p0y11" fmla="*/ 744 h 825"/>
              <a:gd name="p0x12" fmla="*/ 0 w 1785"/>
              <a:gd name="p0y12" fmla="*/ 645 h 825"/>
              <a:gd name="p0x13" fmla="*/ 0 w 1785"/>
              <a:gd name="p0y13" fmla="*/ 180 h 825"/>
              <a:gd name="p0x14" fmla="*/ 0 w 1785"/>
              <a:gd name="p0y14" fmla="*/ 80 h 825"/>
              <a:gd name="p0x15" fmla="*/ 80 w 1785"/>
              <a:gd name="p0y15" fmla="*/ 0 h 825"/>
              <a:gd name="p0x16" fmla="*/ 180 w 1785"/>
              <a:gd name="p0y16" fmla="*/ 0 h 8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10B981">
                <a:alpha val="3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37"/>
            </p:custDataLst>
          </p:nvPr>
        </p:nvSpPr>
        <p:spPr>
          <a:xfrm>
            <a:off x="5981065" y="3701733"/>
            <a:ext cx="847725" cy="1857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125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自营业务</a:t>
            </a:r>
            <a:endParaRPr sz="1125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38"/>
            </p:custDataLst>
          </p:nvPr>
        </p:nvSpPr>
        <p:spPr>
          <a:xfrm>
            <a:off x="3700145" y="4547870"/>
            <a:ext cx="1133475" cy="523875"/>
          </a:xfrm>
          <a:custGeom>
            <a:avLst/>
            <a:gdLst>
              <a:gd name="sw" fmla="*/ 1 w 1785"/>
              <a:gd name="sh" fmla="*/ 1 h 825"/>
              <a:gd name="mins" fmla="min sw sh"/>
              <a:gd name="dsw" fmla="+- 0 sw mins"/>
              <a:gd name="dsh" fmla="+- 0 sh mins"/>
              <a:gd name="p0x0" fmla="*/ 180 w 1785"/>
              <a:gd name="p0y0" fmla="*/ 0 h 825"/>
              <a:gd name="p0x1" fmla="*/ 1605 w 1785"/>
              <a:gd name="p0y1" fmla="*/ 0 h 825"/>
              <a:gd name="p0x2" fmla="*/ 1704 w 1785"/>
              <a:gd name="p0y2" fmla="*/ 0 h 825"/>
              <a:gd name="p0x3" fmla="*/ 1785 w 1785"/>
              <a:gd name="p0y3" fmla="*/ 80 h 825"/>
              <a:gd name="p0x4" fmla="*/ 1785 w 1785"/>
              <a:gd name="p0y4" fmla="*/ 180 h 825"/>
              <a:gd name="p0x5" fmla="*/ 1785 w 1785"/>
              <a:gd name="p0y5" fmla="*/ 645 h 825"/>
              <a:gd name="p0x6" fmla="*/ 1785 w 1785"/>
              <a:gd name="p0y6" fmla="*/ 744 h 825"/>
              <a:gd name="p0x7" fmla="*/ 1704 w 1785"/>
              <a:gd name="p0y7" fmla="*/ 825 h 825"/>
              <a:gd name="p0x8" fmla="*/ 1605 w 1785"/>
              <a:gd name="p0y8" fmla="*/ 825 h 825"/>
              <a:gd name="p0x9" fmla="*/ 180 w 1785"/>
              <a:gd name="p0y9" fmla="*/ 825 h 825"/>
              <a:gd name="p0x10" fmla="*/ 80 w 1785"/>
              <a:gd name="p0y10" fmla="*/ 825 h 825"/>
              <a:gd name="p0x11" fmla="*/ 0 w 1785"/>
              <a:gd name="p0y11" fmla="*/ 744 h 825"/>
              <a:gd name="p0x12" fmla="*/ 0 w 1785"/>
              <a:gd name="p0y12" fmla="*/ 645 h 825"/>
              <a:gd name="p0x13" fmla="*/ 0 w 1785"/>
              <a:gd name="p0y13" fmla="*/ 180 h 825"/>
              <a:gd name="p0x14" fmla="*/ 0 w 1785"/>
              <a:gd name="p0y14" fmla="*/ 80 h 825"/>
              <a:gd name="p0x15" fmla="*/ 80 w 1785"/>
              <a:gd name="p0y15" fmla="*/ 0 h 825"/>
              <a:gd name="p0x16" fmla="*/ 180 w 1785"/>
              <a:gd name="p0y16" fmla="*/ 0 h 8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D97706">
                <a:alpha val="3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39"/>
            </p:custDataLst>
          </p:nvPr>
        </p:nvSpPr>
        <p:spPr>
          <a:xfrm>
            <a:off x="3985895" y="4690428"/>
            <a:ext cx="847725" cy="1857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125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支撑体系</a:t>
            </a:r>
            <a:endParaRPr sz="1125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40"/>
            </p:custDataLst>
          </p:nvPr>
        </p:nvSpPr>
        <p:spPr>
          <a:xfrm>
            <a:off x="2176145" y="3471545"/>
            <a:ext cx="1133475" cy="523875"/>
          </a:xfrm>
          <a:custGeom>
            <a:avLst/>
            <a:gdLst>
              <a:gd name="sw" fmla="*/ 1 w 1785"/>
              <a:gd name="sh" fmla="*/ 1 h 825"/>
              <a:gd name="mins" fmla="min sw sh"/>
              <a:gd name="dsw" fmla="+- 0 sw mins"/>
              <a:gd name="dsh" fmla="+- 0 sh mins"/>
              <a:gd name="p0x0" fmla="*/ 180 w 1785"/>
              <a:gd name="p0y0" fmla="*/ 0 h 825"/>
              <a:gd name="p0x1" fmla="*/ 1605 w 1785"/>
              <a:gd name="p0y1" fmla="*/ 0 h 825"/>
              <a:gd name="p0x2" fmla="*/ 1704 w 1785"/>
              <a:gd name="p0y2" fmla="*/ 0 h 825"/>
              <a:gd name="p0x3" fmla="*/ 1785 w 1785"/>
              <a:gd name="p0y3" fmla="*/ 80 h 825"/>
              <a:gd name="p0x4" fmla="*/ 1785 w 1785"/>
              <a:gd name="p0y4" fmla="*/ 180 h 825"/>
              <a:gd name="p0x5" fmla="*/ 1785 w 1785"/>
              <a:gd name="p0y5" fmla="*/ 645 h 825"/>
              <a:gd name="p0x6" fmla="*/ 1785 w 1785"/>
              <a:gd name="p0y6" fmla="*/ 744 h 825"/>
              <a:gd name="p0x7" fmla="*/ 1704 w 1785"/>
              <a:gd name="p0y7" fmla="*/ 825 h 825"/>
              <a:gd name="p0x8" fmla="*/ 1605 w 1785"/>
              <a:gd name="p0y8" fmla="*/ 825 h 825"/>
              <a:gd name="p0x9" fmla="*/ 180 w 1785"/>
              <a:gd name="p0y9" fmla="*/ 825 h 825"/>
              <a:gd name="p0x10" fmla="*/ 80 w 1785"/>
              <a:gd name="p0y10" fmla="*/ 825 h 825"/>
              <a:gd name="p0x11" fmla="*/ 0 w 1785"/>
              <a:gd name="p0y11" fmla="*/ 744 h 825"/>
              <a:gd name="p0x12" fmla="*/ 0 w 1785"/>
              <a:gd name="p0y12" fmla="*/ 645 h 825"/>
              <a:gd name="p0x13" fmla="*/ 0 w 1785"/>
              <a:gd name="p0y13" fmla="*/ 180 h 825"/>
              <a:gd name="p0x14" fmla="*/ 0 w 1785"/>
              <a:gd name="p0y14" fmla="*/ 80 h 825"/>
              <a:gd name="p0x15" fmla="*/ 80 w 1785"/>
              <a:gd name="p0y15" fmla="*/ 0 h 825"/>
              <a:gd name="p0x16" fmla="*/ 180 w 1785"/>
              <a:gd name="p0y16" fmla="*/ 0 h 8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8B5CF6">
                <a:alpha val="3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41"/>
            </p:custDataLst>
          </p:nvPr>
        </p:nvSpPr>
        <p:spPr>
          <a:xfrm>
            <a:off x="2457450" y="3633788"/>
            <a:ext cx="847725" cy="1857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125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核心壁垒</a:t>
            </a:r>
            <a:endParaRPr sz="1125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42"/>
            </p:custDataLst>
          </p:nvPr>
        </p:nvSpPr>
        <p:spPr>
          <a:xfrm>
            <a:off x="3600450" y="3067050"/>
            <a:ext cx="1333500" cy="1333500"/>
          </a:xfrm>
          <a:custGeom>
            <a:avLst/>
            <a:gdLst>
              <a:gd name="sw" fmla="*/ 1 w 2100"/>
              <a:gd name="sh" fmla="*/ 1 h 2100"/>
              <a:gd name="mins" fmla="min sw sh"/>
              <a:gd name="dsw" fmla="+- 0 sw mins"/>
              <a:gd name="dsh" fmla="+- 0 sh mins"/>
              <a:gd name="p0x0" fmla="*/ 1050 w 2100"/>
              <a:gd name="p0y0" fmla="*/ 0 h 2100"/>
              <a:gd name="p0x1" fmla="*/ 1629 w 2100"/>
              <a:gd name="p0y1" fmla="*/ 0 h 2100"/>
              <a:gd name="p0x2" fmla="*/ 2100 w 2100"/>
              <a:gd name="p0y2" fmla="*/ 470 h 2100"/>
              <a:gd name="p0x3" fmla="*/ 2100 w 2100"/>
              <a:gd name="p0y3" fmla="*/ 1050 h 2100"/>
              <a:gd name="p0x4" fmla="*/ 2100 w 2100"/>
              <a:gd name="p0y4" fmla="*/ 1629 h 2100"/>
              <a:gd name="p0x5" fmla="*/ 1629 w 2100"/>
              <a:gd name="p0y5" fmla="*/ 2100 h 2100"/>
              <a:gd name="p0x6" fmla="*/ 1050 w 2100"/>
              <a:gd name="p0y6" fmla="*/ 2100 h 2100"/>
              <a:gd name="p0x7" fmla="*/ 470 w 2100"/>
              <a:gd name="p0y7" fmla="*/ 2100 h 2100"/>
              <a:gd name="p0x8" fmla="*/ 0 w 2100"/>
              <a:gd name="p0y8" fmla="*/ 1629 h 2100"/>
              <a:gd name="p0x9" fmla="*/ 0 w 2100"/>
              <a:gd name="p0y9" fmla="*/ 1050 h 2100"/>
              <a:gd name="p0x10" fmla="*/ 0 w 2100"/>
              <a:gd name="p0y10" fmla="*/ 470 h 2100"/>
              <a:gd name="p0x11" fmla="*/ 470 w 2100"/>
              <a:gd name="p0y11" fmla="*/ 0 h 2100"/>
              <a:gd name="p0x12" fmla="*/ 1050 w 2100"/>
              <a:gd name="p0y12" fmla="*/ 0 h 21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  <a:effectLst>
            <a:outerShdw blurRad="342900" dist="76200" dir="5399999" algn="ctr" rotWithShape="0">
              <a:srgbClr val="2563EB">
                <a:alpha val="2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3"/>
            </p:custDataLst>
          </p:nvPr>
        </p:nvSpPr>
        <p:spPr>
          <a:xfrm>
            <a:off x="3838575" y="3617595"/>
            <a:ext cx="1095375" cy="2228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lang="en-US" sz="135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AI</a:t>
            </a:r>
            <a:r>
              <a:rPr lang="zh-CN" sz="135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技术底座</a:t>
            </a:r>
            <a:endParaRPr lang="zh-CN" sz="135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44" name="图片 43" descr="思维导图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933565" y="473710"/>
            <a:ext cx="4922520" cy="29381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3F2FD"/>
            </a:gs>
            <a:gs pos="100000">
              <a:srgbClr val="F5F7FA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3733800" y="401955"/>
            <a:ext cx="4724400" cy="4057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核心竞争力</a:t>
            </a:r>
            <a:r>
              <a:rPr lang="en-US" altLang="zh-CN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</a:t>
            </a: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：全链路代运营服务</a:t>
            </a:r>
            <a:endParaRPr lang="zh-CN" altLang="en-US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2"/>
            </p:custDataLst>
          </p:nvPr>
        </p:nvSpPr>
        <p:spPr>
          <a:xfrm>
            <a:off x="385445" y="1071245"/>
            <a:ext cx="7991475" cy="5705475"/>
          </a:xfrm>
          <a:custGeom>
            <a:avLst/>
            <a:gdLst>
              <a:gd name="sw" fmla="*/ 1 w 12585"/>
              <a:gd name="sh" fmla="*/ 1 h 8985"/>
              <a:gd name="mins" fmla="min sw sh"/>
              <a:gd name="dsw" fmla="+- 0 sw mins"/>
              <a:gd name="dsh" fmla="+- 0 sh mins"/>
              <a:gd name="p0x0" fmla="*/ 180 w 12585"/>
              <a:gd name="p0y0" fmla="*/ 0 h 8985"/>
              <a:gd name="p0x1" fmla="*/ 12405 w 12585"/>
              <a:gd name="p0y1" fmla="*/ 0 h 8985"/>
              <a:gd name="p0x2" fmla="*/ 12504 w 12585"/>
              <a:gd name="p0y2" fmla="*/ 0 h 8985"/>
              <a:gd name="p0x3" fmla="*/ 12585 w 12585"/>
              <a:gd name="p0y3" fmla="*/ 80 h 8985"/>
              <a:gd name="p0x4" fmla="*/ 12585 w 12585"/>
              <a:gd name="p0y4" fmla="*/ 180 h 8985"/>
              <a:gd name="p0x5" fmla="*/ 12585 w 12585"/>
              <a:gd name="p0y5" fmla="*/ 8805 h 8985"/>
              <a:gd name="p0x6" fmla="*/ 12585 w 12585"/>
              <a:gd name="p0y6" fmla="*/ 8904 h 8985"/>
              <a:gd name="p0x7" fmla="*/ 12504 w 12585"/>
              <a:gd name="p0y7" fmla="*/ 8985 h 8985"/>
              <a:gd name="p0x8" fmla="*/ 12405 w 12585"/>
              <a:gd name="p0y8" fmla="*/ 8985 h 8985"/>
              <a:gd name="p0x9" fmla="*/ 180 w 12585"/>
              <a:gd name="p0y9" fmla="*/ 8985 h 8985"/>
              <a:gd name="p0x10" fmla="*/ 80 w 12585"/>
              <a:gd name="p0y10" fmla="*/ 8985 h 8985"/>
              <a:gd name="p0x11" fmla="*/ 0 w 12585"/>
              <a:gd name="p0y11" fmla="*/ 8904 h 8985"/>
              <a:gd name="p0x12" fmla="*/ 0 w 12585"/>
              <a:gd name="p0y12" fmla="*/ 8805 h 8985"/>
              <a:gd name="p0x13" fmla="*/ 0 w 12585"/>
              <a:gd name="p0y13" fmla="*/ 180 h 8985"/>
              <a:gd name="p0x14" fmla="*/ 0 w 12585"/>
              <a:gd name="p0y14" fmla="*/ 80 h 8985"/>
              <a:gd name="p0x15" fmla="*/ 80 w 12585"/>
              <a:gd name="p0y15" fmla="*/ 0 h 8985"/>
              <a:gd name="p0x16" fmla="*/ 180 w 12585"/>
              <a:gd name="p0y16" fmla="*/ 0 h 89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17145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619125" y="1364932"/>
            <a:ext cx="7524750" cy="2800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</a:t>
            </a:r>
            <a:r>
              <a:rPr lang="en-US" altLang="zh-CN"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数字人直播</a:t>
            </a:r>
            <a:endParaRPr lang="zh-CN" altLang="en-US"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623570" y="1795145"/>
            <a:ext cx="523875" cy="523875"/>
          </a:xfrm>
          <a:custGeom>
            <a:avLst/>
            <a:gdLst>
              <a:gd name="sw" fmla="*/ 1 w 825"/>
              <a:gd name="sh" fmla="*/ 1 h 825"/>
              <a:gd name="mins" fmla="min sw sh"/>
              <a:gd name="dsw" fmla="+- 0 sw mins"/>
              <a:gd name="dsh" fmla="+- 0 sh mins"/>
              <a:gd name="p0x0" fmla="*/ 412 w 825"/>
              <a:gd name="p0y0" fmla="*/ 0 h 825"/>
              <a:gd name="p0x1" fmla="*/ 640 w 825"/>
              <a:gd name="p0y1" fmla="*/ 0 h 825"/>
              <a:gd name="p0x2" fmla="*/ 825 w 825"/>
              <a:gd name="p0y2" fmla="*/ 184 h 825"/>
              <a:gd name="p0x3" fmla="*/ 825 w 825"/>
              <a:gd name="p0y3" fmla="*/ 412 h 825"/>
              <a:gd name="p0x4" fmla="*/ 825 w 825"/>
              <a:gd name="p0y4" fmla="*/ 640 h 825"/>
              <a:gd name="p0x5" fmla="*/ 640 w 825"/>
              <a:gd name="p0y5" fmla="*/ 825 h 825"/>
              <a:gd name="p0x6" fmla="*/ 412 w 825"/>
              <a:gd name="p0y6" fmla="*/ 825 h 825"/>
              <a:gd name="p0x7" fmla="*/ 184 w 825"/>
              <a:gd name="p0y7" fmla="*/ 825 h 825"/>
              <a:gd name="p0x8" fmla="*/ 0 w 825"/>
              <a:gd name="p0y8" fmla="*/ 640 h 825"/>
              <a:gd name="p0x9" fmla="*/ 0 w 825"/>
              <a:gd name="p0y9" fmla="*/ 412 h 825"/>
              <a:gd name="p0x10" fmla="*/ 0 w 825"/>
              <a:gd name="p0y10" fmla="*/ 184 h 825"/>
              <a:gd name="p0x11" fmla="*/ 184 w 825"/>
              <a:gd name="p0y11" fmla="*/ 0 h 825"/>
              <a:gd name="p0x12" fmla="*/ 412 w 825"/>
              <a:gd name="p0y12" fmla="*/ 0 h 8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2563EB">
                <a:alpha val="3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838200" y="1933575"/>
            <a:ext cx="28575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2563EB"/>
                </a:solidFill>
                <a:latin typeface="黑体" panose="02010609060101010101" charset="-122"/>
                <a:ea typeface="黑体" panose="02010609060101010101" charset="-122"/>
              </a:rPr>
              <a:t>1</a:t>
            </a:r>
            <a:endParaRPr sz="1500" b="1">
              <a:solidFill>
                <a:srgbClr val="2563E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552450" y="2381250"/>
            <a:ext cx="666750" cy="1809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形象定制</a:t>
            </a:r>
            <a:endParaRPr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" name="组合 11"/>
          <p:cNvGrpSpPr/>
          <p:nvPr>
            <p:custDataLst>
              <p:tags r:id="rId7"/>
            </p:custDataLst>
          </p:nvPr>
        </p:nvGrpSpPr>
        <p:grpSpPr>
          <a:xfrm>
            <a:off x="1228725" y="2117725"/>
            <a:ext cx="76200" cy="114300"/>
            <a:chOff x="1935" y="3335"/>
            <a:chExt cx="120" cy="180"/>
          </a:xfrm>
        </p:grpSpPr>
        <p:sp>
          <p:nvSpPr>
            <p:cNvPr id="8" name="任意多边形 7"/>
            <p:cNvSpPr/>
            <p:nvPr>
              <p:custDataLst>
                <p:tags r:id="rId8"/>
              </p:custDataLst>
            </p:nvPr>
          </p:nvSpPr>
          <p:spPr>
            <a:xfrm>
              <a:off x="1935" y="3335"/>
              <a:ext cx="120" cy="180"/>
            </a:xfrm>
            <a:custGeom>
              <a:avLst/>
              <a:gdLst>
                <a:gd name="sw" fmla="*/ 1 w 120"/>
                <a:gd name="sh" fmla="*/ 1 h 180"/>
                <a:gd name="mins" fmla="min sw sh"/>
                <a:gd name="dsw" fmla="+- 0 sw mins"/>
                <a:gd name="dsh" fmla="+- 0 sh mins"/>
                <a:gd name="p0x0" fmla="*/ 0 w 120"/>
                <a:gd name="p0y0" fmla="*/ 0 h 180"/>
                <a:gd name="p0x1" fmla="*/ 120 w 120"/>
                <a:gd name="p0y1" fmla="*/ 0 h 180"/>
                <a:gd name="p0x2" fmla="*/ 120 w 120"/>
                <a:gd name="p0y2" fmla="*/ 180 h 180"/>
                <a:gd name="p0x3" fmla="*/ 0 w 120"/>
                <a:gd name="p0y3" fmla="*/ 180 h 180"/>
                <a:gd name="p0x4" fmla="*/ 0 w 120"/>
                <a:gd name="p0y4" fmla="*/ 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9"/>
              </p:custDataLst>
            </p:nvPr>
          </p:nvSpPr>
          <p:spPr>
            <a:xfrm>
              <a:off x="1935" y="3335"/>
              <a:ext cx="120" cy="90"/>
            </a:xfrm>
            <a:custGeom>
              <a:avLst/>
              <a:gdLst>
                <a:gd name="sw" fmla="*/ 1 w 120"/>
                <a:gd name="sh" fmla="*/ 1 h 90"/>
                <a:gd name="mins" fmla="min sw sh"/>
                <a:gd name="dsw" fmla="+- 0 sw mins"/>
                <a:gd name="dsh" fmla="+- 0 sh mins"/>
                <a:gd name="p0x0" fmla="*/ 0 w 120"/>
                <a:gd name="p0y0" fmla="*/ 0 h 90"/>
                <a:gd name="p0x1" fmla="*/ 120 w 120"/>
                <a:gd name="p0y1" fmla="*/ 0 h 90"/>
                <a:gd name="p0x2" fmla="*/ 120 w 120"/>
                <a:gd name="p0y2" fmla="*/ 90 h 90"/>
                <a:gd name="p0x3" fmla="*/ 0 w 120"/>
                <a:gd name="p0y3" fmla="*/ 0 h 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10"/>
              </p:custDataLst>
            </p:nvPr>
          </p:nvSpPr>
          <p:spPr>
            <a:xfrm>
              <a:off x="1935" y="3425"/>
              <a:ext cx="120" cy="90"/>
            </a:xfrm>
            <a:custGeom>
              <a:avLst/>
              <a:gdLst>
                <a:gd name="sw" fmla="*/ 1 w 120"/>
                <a:gd name="sh" fmla="*/ 1 h 90"/>
                <a:gd name="mins" fmla="min sw sh"/>
                <a:gd name="dsw" fmla="+- 0 sw mins"/>
                <a:gd name="dsh" fmla="+- 0 sh mins"/>
                <a:gd name="p0x0" fmla="*/ 120 w 120"/>
                <a:gd name="p0y0" fmla="*/ 90 h 90"/>
                <a:gd name="p0x1" fmla="*/ 0 w 120"/>
                <a:gd name="p0y1" fmla="*/ 90 h 90"/>
                <a:gd name="p0x2" fmla="*/ 120 w 120"/>
                <a:gd name="p0y2" fmla="*/ 0 h 90"/>
                <a:gd name="p0x3" fmla="*/ 120 w 120"/>
                <a:gd name="p0y3" fmla="*/ 90 h 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11"/>
              </p:custDataLst>
            </p:nvPr>
          </p:nvSpPr>
          <p:spPr>
            <a:xfrm>
              <a:off x="1935" y="3335"/>
              <a:ext cx="120" cy="180"/>
            </a:xfrm>
            <a:custGeom>
              <a:avLst/>
              <a:gdLst>
                <a:gd name="sw" fmla="*/ 1 w 120"/>
                <a:gd name="sh" fmla="*/ 1 h 180"/>
                <a:gd name="mins" fmla="min sw sh"/>
                <a:gd name="dsw" fmla="+- 0 sw mins"/>
                <a:gd name="dsh" fmla="+- 0 sh mins"/>
                <a:gd name="p0x0" fmla="*/ 0 w 120"/>
                <a:gd name="p0y0" fmla="*/ 180 h 180"/>
                <a:gd name="p0x1" fmla="*/ 0 w 120"/>
                <a:gd name="p0y1" fmla="*/ 0 h 180"/>
                <a:gd name="p0x2" fmla="*/ 120 w 120"/>
                <a:gd name="p0y2" fmla="*/ 90 h 180"/>
                <a:gd name="p0x3" fmla="*/ 0 w 120"/>
                <a:gd name="p0y3" fmla="*/ 18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3" name="任意多边形 12"/>
          <p:cNvSpPr/>
          <p:nvPr>
            <p:custDataLst>
              <p:tags r:id="rId12"/>
            </p:custDataLst>
          </p:nvPr>
        </p:nvSpPr>
        <p:spPr>
          <a:xfrm>
            <a:off x="1385570" y="1795145"/>
            <a:ext cx="523875" cy="523875"/>
          </a:xfrm>
          <a:custGeom>
            <a:avLst/>
            <a:gdLst>
              <a:gd name="sw" fmla="*/ 1 w 825"/>
              <a:gd name="sh" fmla="*/ 1 h 825"/>
              <a:gd name="mins" fmla="min sw sh"/>
              <a:gd name="dsw" fmla="+- 0 sw mins"/>
              <a:gd name="dsh" fmla="+- 0 sh mins"/>
              <a:gd name="p0x0" fmla="*/ 412 w 825"/>
              <a:gd name="p0y0" fmla="*/ 0 h 825"/>
              <a:gd name="p0x1" fmla="*/ 640 w 825"/>
              <a:gd name="p0y1" fmla="*/ 0 h 825"/>
              <a:gd name="p0x2" fmla="*/ 825 w 825"/>
              <a:gd name="p0y2" fmla="*/ 184 h 825"/>
              <a:gd name="p0x3" fmla="*/ 825 w 825"/>
              <a:gd name="p0y3" fmla="*/ 412 h 825"/>
              <a:gd name="p0x4" fmla="*/ 825 w 825"/>
              <a:gd name="p0y4" fmla="*/ 640 h 825"/>
              <a:gd name="p0x5" fmla="*/ 640 w 825"/>
              <a:gd name="p0y5" fmla="*/ 825 h 825"/>
              <a:gd name="p0x6" fmla="*/ 412 w 825"/>
              <a:gd name="p0y6" fmla="*/ 825 h 825"/>
              <a:gd name="p0x7" fmla="*/ 184 w 825"/>
              <a:gd name="p0y7" fmla="*/ 825 h 825"/>
              <a:gd name="p0x8" fmla="*/ 0 w 825"/>
              <a:gd name="p0y8" fmla="*/ 640 h 825"/>
              <a:gd name="p0x9" fmla="*/ 0 w 825"/>
              <a:gd name="p0y9" fmla="*/ 412 h 825"/>
              <a:gd name="p0x10" fmla="*/ 0 w 825"/>
              <a:gd name="p0y10" fmla="*/ 184 h 825"/>
              <a:gd name="p0x11" fmla="*/ 184 w 825"/>
              <a:gd name="p0y11" fmla="*/ 0 h 825"/>
              <a:gd name="p0x12" fmla="*/ 412 w 825"/>
              <a:gd name="p0y12" fmla="*/ 0 h 8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2563EB">
                <a:alpha val="3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1600200" y="1933575"/>
            <a:ext cx="28575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2563EB"/>
                </a:solidFill>
                <a:latin typeface="黑体" panose="02010609060101010101" charset="-122"/>
                <a:ea typeface="黑体" panose="02010609060101010101" charset="-122"/>
              </a:rPr>
              <a:t>2</a:t>
            </a:r>
            <a:endParaRPr sz="1500" b="1">
              <a:solidFill>
                <a:srgbClr val="2563E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1314450" y="2381250"/>
            <a:ext cx="666750" cy="1809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智能中控</a:t>
            </a:r>
            <a:endParaRPr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0" name="组合 19"/>
          <p:cNvGrpSpPr/>
          <p:nvPr>
            <p:custDataLst>
              <p:tags r:id="rId15"/>
            </p:custDataLst>
          </p:nvPr>
        </p:nvGrpSpPr>
        <p:grpSpPr>
          <a:xfrm>
            <a:off x="1990725" y="2117725"/>
            <a:ext cx="76200" cy="114300"/>
            <a:chOff x="3135" y="3335"/>
            <a:chExt cx="120" cy="180"/>
          </a:xfrm>
        </p:grpSpPr>
        <p:sp>
          <p:nvSpPr>
            <p:cNvPr id="16" name="任意多边形 15"/>
            <p:cNvSpPr/>
            <p:nvPr>
              <p:custDataLst>
                <p:tags r:id="rId16"/>
              </p:custDataLst>
            </p:nvPr>
          </p:nvSpPr>
          <p:spPr>
            <a:xfrm>
              <a:off x="3135" y="3335"/>
              <a:ext cx="120" cy="180"/>
            </a:xfrm>
            <a:custGeom>
              <a:avLst/>
              <a:gdLst>
                <a:gd name="sw" fmla="*/ 1 w 120"/>
                <a:gd name="sh" fmla="*/ 1 h 180"/>
                <a:gd name="mins" fmla="min sw sh"/>
                <a:gd name="dsw" fmla="+- 0 sw mins"/>
                <a:gd name="dsh" fmla="+- 0 sh mins"/>
                <a:gd name="p0x0" fmla="*/ 0 w 120"/>
                <a:gd name="p0y0" fmla="*/ 0 h 180"/>
                <a:gd name="p0x1" fmla="*/ 120 w 120"/>
                <a:gd name="p0y1" fmla="*/ 0 h 180"/>
                <a:gd name="p0x2" fmla="*/ 120 w 120"/>
                <a:gd name="p0y2" fmla="*/ 180 h 180"/>
                <a:gd name="p0x3" fmla="*/ 0 w 120"/>
                <a:gd name="p0y3" fmla="*/ 180 h 180"/>
                <a:gd name="p0x4" fmla="*/ 0 w 120"/>
                <a:gd name="p0y4" fmla="*/ 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17"/>
              </p:custDataLst>
            </p:nvPr>
          </p:nvSpPr>
          <p:spPr>
            <a:xfrm>
              <a:off x="3135" y="3335"/>
              <a:ext cx="120" cy="90"/>
            </a:xfrm>
            <a:custGeom>
              <a:avLst/>
              <a:gdLst>
                <a:gd name="sw" fmla="*/ 1 w 120"/>
                <a:gd name="sh" fmla="*/ 1 h 90"/>
                <a:gd name="mins" fmla="min sw sh"/>
                <a:gd name="dsw" fmla="+- 0 sw mins"/>
                <a:gd name="dsh" fmla="+- 0 sh mins"/>
                <a:gd name="p0x0" fmla="*/ 0 w 120"/>
                <a:gd name="p0y0" fmla="*/ 0 h 90"/>
                <a:gd name="p0x1" fmla="*/ 120 w 120"/>
                <a:gd name="p0y1" fmla="*/ 0 h 90"/>
                <a:gd name="p0x2" fmla="*/ 120 w 120"/>
                <a:gd name="p0y2" fmla="*/ 90 h 90"/>
                <a:gd name="p0x3" fmla="*/ 0 w 120"/>
                <a:gd name="p0y3" fmla="*/ 0 h 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>
              <p:custDataLst>
                <p:tags r:id="rId18"/>
              </p:custDataLst>
            </p:nvPr>
          </p:nvSpPr>
          <p:spPr>
            <a:xfrm>
              <a:off x="3135" y="3425"/>
              <a:ext cx="120" cy="90"/>
            </a:xfrm>
            <a:custGeom>
              <a:avLst/>
              <a:gdLst>
                <a:gd name="sw" fmla="*/ 1 w 120"/>
                <a:gd name="sh" fmla="*/ 1 h 90"/>
                <a:gd name="mins" fmla="min sw sh"/>
                <a:gd name="dsw" fmla="+- 0 sw mins"/>
                <a:gd name="dsh" fmla="+- 0 sh mins"/>
                <a:gd name="p0x0" fmla="*/ 120 w 120"/>
                <a:gd name="p0y0" fmla="*/ 90 h 90"/>
                <a:gd name="p0x1" fmla="*/ 0 w 120"/>
                <a:gd name="p0y1" fmla="*/ 90 h 90"/>
                <a:gd name="p0x2" fmla="*/ 120 w 120"/>
                <a:gd name="p0y2" fmla="*/ 0 h 90"/>
                <a:gd name="p0x3" fmla="*/ 120 w 120"/>
                <a:gd name="p0y3" fmla="*/ 90 h 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>
              <p:custDataLst>
                <p:tags r:id="rId19"/>
              </p:custDataLst>
            </p:nvPr>
          </p:nvSpPr>
          <p:spPr>
            <a:xfrm>
              <a:off x="3135" y="3335"/>
              <a:ext cx="120" cy="180"/>
            </a:xfrm>
            <a:custGeom>
              <a:avLst/>
              <a:gdLst>
                <a:gd name="sw" fmla="*/ 1 w 120"/>
                <a:gd name="sh" fmla="*/ 1 h 180"/>
                <a:gd name="mins" fmla="min sw sh"/>
                <a:gd name="dsw" fmla="+- 0 sw mins"/>
                <a:gd name="dsh" fmla="+- 0 sh mins"/>
                <a:gd name="p0x0" fmla="*/ 0 w 120"/>
                <a:gd name="p0y0" fmla="*/ 180 h 180"/>
                <a:gd name="p0x1" fmla="*/ 0 w 120"/>
                <a:gd name="p0y1" fmla="*/ 0 h 180"/>
                <a:gd name="p0x2" fmla="*/ 120 w 120"/>
                <a:gd name="p0y2" fmla="*/ 90 h 180"/>
                <a:gd name="p0x3" fmla="*/ 0 w 120"/>
                <a:gd name="p0y3" fmla="*/ 18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1" name="任意多边形 20"/>
          <p:cNvSpPr/>
          <p:nvPr>
            <p:custDataLst>
              <p:tags r:id="rId20"/>
            </p:custDataLst>
          </p:nvPr>
        </p:nvSpPr>
        <p:spPr>
          <a:xfrm>
            <a:off x="2147570" y="1795145"/>
            <a:ext cx="523875" cy="523875"/>
          </a:xfrm>
          <a:custGeom>
            <a:avLst/>
            <a:gdLst>
              <a:gd name="sw" fmla="*/ 1 w 825"/>
              <a:gd name="sh" fmla="*/ 1 h 825"/>
              <a:gd name="mins" fmla="min sw sh"/>
              <a:gd name="dsw" fmla="+- 0 sw mins"/>
              <a:gd name="dsh" fmla="+- 0 sh mins"/>
              <a:gd name="p0x0" fmla="*/ 412 w 825"/>
              <a:gd name="p0y0" fmla="*/ 0 h 825"/>
              <a:gd name="p0x1" fmla="*/ 640 w 825"/>
              <a:gd name="p0y1" fmla="*/ 0 h 825"/>
              <a:gd name="p0x2" fmla="*/ 825 w 825"/>
              <a:gd name="p0y2" fmla="*/ 184 h 825"/>
              <a:gd name="p0x3" fmla="*/ 825 w 825"/>
              <a:gd name="p0y3" fmla="*/ 412 h 825"/>
              <a:gd name="p0x4" fmla="*/ 825 w 825"/>
              <a:gd name="p0y4" fmla="*/ 640 h 825"/>
              <a:gd name="p0x5" fmla="*/ 640 w 825"/>
              <a:gd name="p0y5" fmla="*/ 825 h 825"/>
              <a:gd name="p0x6" fmla="*/ 412 w 825"/>
              <a:gd name="p0y6" fmla="*/ 825 h 825"/>
              <a:gd name="p0x7" fmla="*/ 184 w 825"/>
              <a:gd name="p0y7" fmla="*/ 825 h 825"/>
              <a:gd name="p0x8" fmla="*/ 0 w 825"/>
              <a:gd name="p0y8" fmla="*/ 640 h 825"/>
              <a:gd name="p0x9" fmla="*/ 0 w 825"/>
              <a:gd name="p0y9" fmla="*/ 412 h 825"/>
              <a:gd name="p0x10" fmla="*/ 0 w 825"/>
              <a:gd name="p0y10" fmla="*/ 184 h 825"/>
              <a:gd name="p0x11" fmla="*/ 184 w 825"/>
              <a:gd name="p0y11" fmla="*/ 0 h 825"/>
              <a:gd name="p0x12" fmla="*/ 412 w 825"/>
              <a:gd name="p0y12" fmla="*/ 0 h 8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2563EB">
                <a:alpha val="3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21"/>
            </p:custDataLst>
          </p:nvPr>
        </p:nvSpPr>
        <p:spPr>
          <a:xfrm>
            <a:off x="2362200" y="1933575"/>
            <a:ext cx="28575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2563EB"/>
                </a:solidFill>
                <a:latin typeface="黑体" panose="02010609060101010101" charset="-122"/>
                <a:ea typeface="黑体" panose="02010609060101010101" charset="-122"/>
              </a:rPr>
              <a:t>3</a:t>
            </a:r>
            <a:endParaRPr sz="1500" b="1">
              <a:solidFill>
                <a:srgbClr val="2563E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2"/>
            </p:custDataLst>
          </p:nvPr>
        </p:nvSpPr>
        <p:spPr>
          <a:xfrm>
            <a:off x="2076450" y="2381250"/>
            <a:ext cx="666750" cy="1809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数据复盘</a:t>
            </a:r>
            <a:endParaRPr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8" name="组合 27"/>
          <p:cNvGrpSpPr/>
          <p:nvPr>
            <p:custDataLst>
              <p:tags r:id="rId23"/>
            </p:custDataLst>
          </p:nvPr>
        </p:nvGrpSpPr>
        <p:grpSpPr>
          <a:xfrm>
            <a:off x="2752725" y="2117725"/>
            <a:ext cx="76200" cy="114300"/>
            <a:chOff x="4335" y="3335"/>
            <a:chExt cx="120" cy="180"/>
          </a:xfrm>
        </p:grpSpPr>
        <p:sp>
          <p:nvSpPr>
            <p:cNvPr id="24" name="任意多边形 23"/>
            <p:cNvSpPr/>
            <p:nvPr>
              <p:custDataLst>
                <p:tags r:id="rId24"/>
              </p:custDataLst>
            </p:nvPr>
          </p:nvSpPr>
          <p:spPr>
            <a:xfrm>
              <a:off x="4335" y="3335"/>
              <a:ext cx="120" cy="180"/>
            </a:xfrm>
            <a:custGeom>
              <a:avLst/>
              <a:gdLst>
                <a:gd name="sw" fmla="*/ 1 w 120"/>
                <a:gd name="sh" fmla="*/ 1 h 180"/>
                <a:gd name="mins" fmla="min sw sh"/>
                <a:gd name="dsw" fmla="+- 0 sw mins"/>
                <a:gd name="dsh" fmla="+- 0 sh mins"/>
                <a:gd name="p0x0" fmla="*/ 0 w 120"/>
                <a:gd name="p0y0" fmla="*/ 0 h 180"/>
                <a:gd name="p0x1" fmla="*/ 120 w 120"/>
                <a:gd name="p0y1" fmla="*/ 0 h 180"/>
                <a:gd name="p0x2" fmla="*/ 120 w 120"/>
                <a:gd name="p0y2" fmla="*/ 180 h 180"/>
                <a:gd name="p0x3" fmla="*/ 0 w 120"/>
                <a:gd name="p0y3" fmla="*/ 180 h 180"/>
                <a:gd name="p0x4" fmla="*/ 0 w 120"/>
                <a:gd name="p0y4" fmla="*/ 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任意多边形 24"/>
            <p:cNvSpPr/>
            <p:nvPr>
              <p:custDataLst>
                <p:tags r:id="rId25"/>
              </p:custDataLst>
            </p:nvPr>
          </p:nvSpPr>
          <p:spPr>
            <a:xfrm>
              <a:off x="4335" y="3335"/>
              <a:ext cx="120" cy="90"/>
            </a:xfrm>
            <a:custGeom>
              <a:avLst/>
              <a:gdLst>
                <a:gd name="sw" fmla="*/ 1 w 120"/>
                <a:gd name="sh" fmla="*/ 1 h 90"/>
                <a:gd name="mins" fmla="min sw sh"/>
                <a:gd name="dsw" fmla="+- 0 sw mins"/>
                <a:gd name="dsh" fmla="+- 0 sh mins"/>
                <a:gd name="p0x0" fmla="*/ 0 w 120"/>
                <a:gd name="p0y0" fmla="*/ 0 h 90"/>
                <a:gd name="p0x1" fmla="*/ 120 w 120"/>
                <a:gd name="p0y1" fmla="*/ 0 h 90"/>
                <a:gd name="p0x2" fmla="*/ 120 w 120"/>
                <a:gd name="p0y2" fmla="*/ 90 h 90"/>
                <a:gd name="p0x3" fmla="*/ 0 w 120"/>
                <a:gd name="p0y3" fmla="*/ 0 h 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任意多边形 25"/>
            <p:cNvSpPr/>
            <p:nvPr>
              <p:custDataLst>
                <p:tags r:id="rId26"/>
              </p:custDataLst>
            </p:nvPr>
          </p:nvSpPr>
          <p:spPr>
            <a:xfrm>
              <a:off x="4335" y="3425"/>
              <a:ext cx="120" cy="90"/>
            </a:xfrm>
            <a:custGeom>
              <a:avLst/>
              <a:gdLst>
                <a:gd name="sw" fmla="*/ 1 w 120"/>
                <a:gd name="sh" fmla="*/ 1 h 90"/>
                <a:gd name="mins" fmla="min sw sh"/>
                <a:gd name="dsw" fmla="+- 0 sw mins"/>
                <a:gd name="dsh" fmla="+- 0 sh mins"/>
                <a:gd name="p0x0" fmla="*/ 120 w 120"/>
                <a:gd name="p0y0" fmla="*/ 90 h 90"/>
                <a:gd name="p0x1" fmla="*/ 0 w 120"/>
                <a:gd name="p0y1" fmla="*/ 90 h 90"/>
                <a:gd name="p0x2" fmla="*/ 120 w 120"/>
                <a:gd name="p0y2" fmla="*/ 0 h 90"/>
                <a:gd name="p0x3" fmla="*/ 120 w 120"/>
                <a:gd name="p0y3" fmla="*/ 90 h 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>
              <p:custDataLst>
                <p:tags r:id="rId27"/>
              </p:custDataLst>
            </p:nvPr>
          </p:nvSpPr>
          <p:spPr>
            <a:xfrm>
              <a:off x="4335" y="3335"/>
              <a:ext cx="120" cy="180"/>
            </a:xfrm>
            <a:custGeom>
              <a:avLst/>
              <a:gdLst>
                <a:gd name="sw" fmla="*/ 1 w 120"/>
                <a:gd name="sh" fmla="*/ 1 h 180"/>
                <a:gd name="mins" fmla="min sw sh"/>
                <a:gd name="dsw" fmla="+- 0 sw mins"/>
                <a:gd name="dsh" fmla="+- 0 sh mins"/>
                <a:gd name="p0x0" fmla="*/ 0 w 120"/>
                <a:gd name="p0y0" fmla="*/ 180 h 180"/>
                <a:gd name="p0x1" fmla="*/ 0 w 120"/>
                <a:gd name="p0y1" fmla="*/ 0 h 180"/>
                <a:gd name="p0x2" fmla="*/ 120 w 120"/>
                <a:gd name="p0y2" fmla="*/ 90 h 180"/>
                <a:gd name="p0x3" fmla="*/ 0 w 120"/>
                <a:gd name="p0y3" fmla="*/ 18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9" name="任意多边形 28"/>
          <p:cNvSpPr/>
          <p:nvPr>
            <p:custDataLst>
              <p:tags r:id="rId28"/>
            </p:custDataLst>
          </p:nvPr>
        </p:nvSpPr>
        <p:spPr>
          <a:xfrm>
            <a:off x="2987675" y="1795145"/>
            <a:ext cx="523875" cy="523875"/>
          </a:xfrm>
          <a:custGeom>
            <a:avLst/>
            <a:gdLst>
              <a:gd name="sw" fmla="*/ 1 w 825"/>
              <a:gd name="sh" fmla="*/ 1 h 825"/>
              <a:gd name="mins" fmla="min sw sh"/>
              <a:gd name="dsw" fmla="+- 0 sw mins"/>
              <a:gd name="dsh" fmla="+- 0 sh mins"/>
              <a:gd name="p0x0" fmla="*/ 412 w 825"/>
              <a:gd name="p0y0" fmla="*/ 0 h 825"/>
              <a:gd name="p0x1" fmla="*/ 640 w 825"/>
              <a:gd name="p0y1" fmla="*/ 0 h 825"/>
              <a:gd name="p0x2" fmla="*/ 825 w 825"/>
              <a:gd name="p0y2" fmla="*/ 184 h 825"/>
              <a:gd name="p0x3" fmla="*/ 825 w 825"/>
              <a:gd name="p0y3" fmla="*/ 412 h 825"/>
              <a:gd name="p0x4" fmla="*/ 825 w 825"/>
              <a:gd name="p0y4" fmla="*/ 640 h 825"/>
              <a:gd name="p0x5" fmla="*/ 640 w 825"/>
              <a:gd name="p0y5" fmla="*/ 825 h 825"/>
              <a:gd name="p0x6" fmla="*/ 412 w 825"/>
              <a:gd name="p0y6" fmla="*/ 825 h 825"/>
              <a:gd name="p0x7" fmla="*/ 184 w 825"/>
              <a:gd name="p0y7" fmla="*/ 825 h 825"/>
              <a:gd name="p0x8" fmla="*/ 0 w 825"/>
              <a:gd name="p0y8" fmla="*/ 640 h 825"/>
              <a:gd name="p0x9" fmla="*/ 0 w 825"/>
              <a:gd name="p0y9" fmla="*/ 412 h 825"/>
              <a:gd name="p0x10" fmla="*/ 0 w 825"/>
              <a:gd name="p0y10" fmla="*/ 184 h 825"/>
              <a:gd name="p0x11" fmla="*/ 184 w 825"/>
              <a:gd name="p0y11" fmla="*/ 0 h 825"/>
              <a:gd name="p0x12" fmla="*/ 412 w 825"/>
              <a:gd name="p0y12" fmla="*/ 0 h 8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2563EB">
                <a:alpha val="3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9"/>
            </p:custDataLst>
          </p:nvPr>
        </p:nvSpPr>
        <p:spPr>
          <a:xfrm>
            <a:off x="3202334" y="1933575"/>
            <a:ext cx="28575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2563EB"/>
                </a:solidFill>
                <a:latin typeface="黑体" panose="02010609060101010101" charset="-122"/>
                <a:ea typeface="黑体" panose="02010609060101010101" charset="-122"/>
              </a:rPr>
              <a:t>4</a:t>
            </a:r>
            <a:endParaRPr sz="1500" b="1">
              <a:solidFill>
                <a:srgbClr val="2563E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30"/>
            </p:custDataLst>
          </p:nvPr>
        </p:nvSpPr>
        <p:spPr>
          <a:xfrm>
            <a:off x="2838450" y="2381250"/>
            <a:ext cx="823170" cy="1809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r>
              <a:rPr lang="zh-CN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小时直播</a:t>
            </a:r>
            <a:endParaRPr lang="zh-CN"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31"/>
            </p:custDataLst>
          </p:nvPr>
        </p:nvSpPr>
        <p:spPr>
          <a:xfrm>
            <a:off x="619125" y="2886999"/>
            <a:ext cx="7524750" cy="2800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</a:t>
            </a:r>
            <a:r>
              <a:rPr lang="en-US" altLang="zh-CN"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：跨境社媒代运营</a:t>
            </a:r>
            <a:endParaRPr lang="zh-CN" altLang="en-US"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32"/>
            </p:custDataLst>
          </p:nvPr>
        </p:nvSpPr>
        <p:spPr>
          <a:xfrm>
            <a:off x="623570" y="3317240"/>
            <a:ext cx="523875" cy="523875"/>
          </a:xfrm>
          <a:custGeom>
            <a:avLst/>
            <a:gdLst>
              <a:gd name="sw" fmla="*/ 1 w 825"/>
              <a:gd name="sh" fmla="*/ 1 h 825"/>
              <a:gd name="mins" fmla="min sw sh"/>
              <a:gd name="dsw" fmla="+- 0 sw mins"/>
              <a:gd name="dsh" fmla="+- 0 sh mins"/>
              <a:gd name="p0x0" fmla="*/ 412 w 825"/>
              <a:gd name="p0y0" fmla="*/ 0 h 825"/>
              <a:gd name="p0x1" fmla="*/ 640 w 825"/>
              <a:gd name="p0y1" fmla="*/ 0 h 825"/>
              <a:gd name="p0x2" fmla="*/ 825 w 825"/>
              <a:gd name="p0y2" fmla="*/ 184 h 825"/>
              <a:gd name="p0x3" fmla="*/ 825 w 825"/>
              <a:gd name="p0y3" fmla="*/ 412 h 825"/>
              <a:gd name="p0x4" fmla="*/ 825 w 825"/>
              <a:gd name="p0y4" fmla="*/ 640 h 825"/>
              <a:gd name="p0x5" fmla="*/ 640 w 825"/>
              <a:gd name="p0y5" fmla="*/ 825 h 825"/>
              <a:gd name="p0x6" fmla="*/ 412 w 825"/>
              <a:gd name="p0y6" fmla="*/ 825 h 825"/>
              <a:gd name="p0x7" fmla="*/ 184 w 825"/>
              <a:gd name="p0y7" fmla="*/ 825 h 825"/>
              <a:gd name="p0x8" fmla="*/ 0 w 825"/>
              <a:gd name="p0y8" fmla="*/ 640 h 825"/>
              <a:gd name="p0x9" fmla="*/ 0 w 825"/>
              <a:gd name="p0y9" fmla="*/ 412 h 825"/>
              <a:gd name="p0x10" fmla="*/ 0 w 825"/>
              <a:gd name="p0y10" fmla="*/ 184 h 825"/>
              <a:gd name="p0x11" fmla="*/ 184 w 825"/>
              <a:gd name="p0y11" fmla="*/ 0 h 825"/>
              <a:gd name="p0x12" fmla="*/ 412 w 825"/>
              <a:gd name="p0y12" fmla="*/ 0 h 8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2563EB">
                <a:alpha val="3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33"/>
            </p:custDataLst>
          </p:nvPr>
        </p:nvSpPr>
        <p:spPr>
          <a:xfrm>
            <a:off x="838200" y="3455641"/>
            <a:ext cx="28575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2563EB"/>
                </a:solidFill>
                <a:latin typeface="黑体" panose="02010609060101010101" charset="-122"/>
                <a:ea typeface="黑体" panose="02010609060101010101" charset="-122"/>
              </a:rPr>
              <a:t>1</a:t>
            </a:r>
            <a:endParaRPr sz="1500" b="1">
              <a:solidFill>
                <a:srgbClr val="2563E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34"/>
            </p:custDataLst>
          </p:nvPr>
        </p:nvSpPr>
        <p:spPr>
          <a:xfrm>
            <a:off x="552450" y="3903316"/>
            <a:ext cx="666750" cy="1809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矩阵搭建</a:t>
            </a:r>
            <a:endParaRPr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0" name="组合 39"/>
          <p:cNvGrpSpPr/>
          <p:nvPr>
            <p:custDataLst>
              <p:tags r:id="rId35"/>
            </p:custDataLst>
          </p:nvPr>
        </p:nvGrpSpPr>
        <p:grpSpPr>
          <a:xfrm>
            <a:off x="1228725" y="3639820"/>
            <a:ext cx="76200" cy="114300"/>
            <a:chOff x="1935" y="5732"/>
            <a:chExt cx="120" cy="180"/>
          </a:xfrm>
        </p:grpSpPr>
        <p:sp>
          <p:nvSpPr>
            <p:cNvPr id="36" name="任意多边形 35"/>
            <p:cNvSpPr/>
            <p:nvPr>
              <p:custDataLst>
                <p:tags r:id="rId36"/>
              </p:custDataLst>
            </p:nvPr>
          </p:nvSpPr>
          <p:spPr>
            <a:xfrm>
              <a:off x="1935" y="5732"/>
              <a:ext cx="120" cy="180"/>
            </a:xfrm>
            <a:custGeom>
              <a:avLst/>
              <a:gdLst>
                <a:gd name="sw" fmla="*/ 1 w 120"/>
                <a:gd name="sh" fmla="*/ 1 h 180"/>
                <a:gd name="mins" fmla="min sw sh"/>
                <a:gd name="dsw" fmla="+- 0 sw mins"/>
                <a:gd name="dsh" fmla="+- 0 sh mins"/>
                <a:gd name="p0x0" fmla="*/ 0 w 120"/>
                <a:gd name="p0y0" fmla="*/ 0 h 180"/>
                <a:gd name="p0x1" fmla="*/ 120 w 120"/>
                <a:gd name="p0y1" fmla="*/ 0 h 180"/>
                <a:gd name="p0x2" fmla="*/ 120 w 120"/>
                <a:gd name="p0y2" fmla="*/ 180 h 180"/>
                <a:gd name="p0x3" fmla="*/ 0 w 120"/>
                <a:gd name="p0y3" fmla="*/ 180 h 180"/>
                <a:gd name="p0x4" fmla="*/ 0 w 120"/>
                <a:gd name="p0y4" fmla="*/ 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任意多边形 36"/>
            <p:cNvSpPr/>
            <p:nvPr>
              <p:custDataLst>
                <p:tags r:id="rId37"/>
              </p:custDataLst>
            </p:nvPr>
          </p:nvSpPr>
          <p:spPr>
            <a:xfrm>
              <a:off x="1935" y="5732"/>
              <a:ext cx="120" cy="90"/>
            </a:xfrm>
            <a:custGeom>
              <a:avLst/>
              <a:gdLst>
                <a:gd name="sw" fmla="*/ 1 w 120"/>
                <a:gd name="sh" fmla="*/ 1 h 90"/>
                <a:gd name="mins" fmla="min sw sh"/>
                <a:gd name="dsw" fmla="+- 0 sw mins"/>
                <a:gd name="dsh" fmla="+- 0 sh mins"/>
                <a:gd name="p0x0" fmla="*/ 0 w 120"/>
                <a:gd name="p0y0" fmla="*/ 0 h 90"/>
                <a:gd name="p0x1" fmla="*/ 120 w 120"/>
                <a:gd name="p0y1" fmla="*/ 0 h 90"/>
                <a:gd name="p0x2" fmla="*/ 120 w 120"/>
                <a:gd name="p0y2" fmla="*/ 90 h 90"/>
                <a:gd name="p0x3" fmla="*/ 0 w 120"/>
                <a:gd name="p0y3" fmla="*/ 0 h 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任意多边形 37"/>
            <p:cNvSpPr/>
            <p:nvPr>
              <p:custDataLst>
                <p:tags r:id="rId38"/>
              </p:custDataLst>
            </p:nvPr>
          </p:nvSpPr>
          <p:spPr>
            <a:xfrm>
              <a:off x="1935" y="5822"/>
              <a:ext cx="120" cy="90"/>
            </a:xfrm>
            <a:custGeom>
              <a:avLst/>
              <a:gdLst>
                <a:gd name="sw" fmla="*/ 1 w 120"/>
                <a:gd name="sh" fmla="*/ 1 h 90"/>
                <a:gd name="mins" fmla="min sw sh"/>
                <a:gd name="dsw" fmla="+- 0 sw mins"/>
                <a:gd name="dsh" fmla="+- 0 sh mins"/>
                <a:gd name="p0x0" fmla="*/ 120 w 120"/>
                <a:gd name="p0y0" fmla="*/ 90 h 90"/>
                <a:gd name="p0x1" fmla="*/ 0 w 120"/>
                <a:gd name="p0y1" fmla="*/ 90 h 90"/>
                <a:gd name="p0x2" fmla="*/ 120 w 120"/>
                <a:gd name="p0y2" fmla="*/ 0 h 90"/>
                <a:gd name="p0x3" fmla="*/ 120 w 120"/>
                <a:gd name="p0y3" fmla="*/ 90 h 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任意多边形 38"/>
            <p:cNvSpPr/>
            <p:nvPr>
              <p:custDataLst>
                <p:tags r:id="rId39"/>
              </p:custDataLst>
            </p:nvPr>
          </p:nvSpPr>
          <p:spPr>
            <a:xfrm>
              <a:off x="1935" y="5732"/>
              <a:ext cx="120" cy="180"/>
            </a:xfrm>
            <a:custGeom>
              <a:avLst/>
              <a:gdLst>
                <a:gd name="sw" fmla="*/ 1 w 120"/>
                <a:gd name="sh" fmla="*/ 1 h 180"/>
                <a:gd name="mins" fmla="min sw sh"/>
                <a:gd name="dsw" fmla="+- 0 sw mins"/>
                <a:gd name="dsh" fmla="+- 0 sh mins"/>
                <a:gd name="p0x0" fmla="*/ 0 w 120"/>
                <a:gd name="p0y0" fmla="*/ 180 h 180"/>
                <a:gd name="p0x1" fmla="*/ 0 w 120"/>
                <a:gd name="p0y1" fmla="*/ 0 h 180"/>
                <a:gd name="p0x2" fmla="*/ 120 w 120"/>
                <a:gd name="p0y2" fmla="*/ 90 h 180"/>
                <a:gd name="p0x3" fmla="*/ 0 w 120"/>
                <a:gd name="p0y3" fmla="*/ 18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1" name="任意多边形 40"/>
          <p:cNvSpPr/>
          <p:nvPr>
            <p:custDataLst>
              <p:tags r:id="rId40"/>
            </p:custDataLst>
          </p:nvPr>
        </p:nvSpPr>
        <p:spPr>
          <a:xfrm>
            <a:off x="1452245" y="3317240"/>
            <a:ext cx="523875" cy="523875"/>
          </a:xfrm>
          <a:custGeom>
            <a:avLst/>
            <a:gdLst>
              <a:gd name="sw" fmla="*/ 1 w 825"/>
              <a:gd name="sh" fmla="*/ 1 h 825"/>
              <a:gd name="mins" fmla="min sw sh"/>
              <a:gd name="dsw" fmla="+- 0 sw mins"/>
              <a:gd name="dsh" fmla="+- 0 sh mins"/>
              <a:gd name="p0x0" fmla="*/ 412 w 825"/>
              <a:gd name="p0y0" fmla="*/ 0 h 825"/>
              <a:gd name="p0x1" fmla="*/ 640 w 825"/>
              <a:gd name="p0y1" fmla="*/ 0 h 825"/>
              <a:gd name="p0x2" fmla="*/ 825 w 825"/>
              <a:gd name="p0y2" fmla="*/ 184 h 825"/>
              <a:gd name="p0x3" fmla="*/ 825 w 825"/>
              <a:gd name="p0y3" fmla="*/ 412 h 825"/>
              <a:gd name="p0x4" fmla="*/ 825 w 825"/>
              <a:gd name="p0y4" fmla="*/ 640 h 825"/>
              <a:gd name="p0x5" fmla="*/ 640 w 825"/>
              <a:gd name="p0y5" fmla="*/ 825 h 825"/>
              <a:gd name="p0x6" fmla="*/ 412 w 825"/>
              <a:gd name="p0y6" fmla="*/ 825 h 825"/>
              <a:gd name="p0x7" fmla="*/ 184 w 825"/>
              <a:gd name="p0y7" fmla="*/ 825 h 825"/>
              <a:gd name="p0x8" fmla="*/ 0 w 825"/>
              <a:gd name="p0y8" fmla="*/ 640 h 825"/>
              <a:gd name="p0x9" fmla="*/ 0 w 825"/>
              <a:gd name="p0y9" fmla="*/ 412 h 825"/>
              <a:gd name="p0x10" fmla="*/ 0 w 825"/>
              <a:gd name="p0y10" fmla="*/ 184 h 825"/>
              <a:gd name="p0x11" fmla="*/ 184 w 825"/>
              <a:gd name="p0y11" fmla="*/ 0 h 825"/>
              <a:gd name="p0x12" fmla="*/ 412 w 825"/>
              <a:gd name="p0y12" fmla="*/ 0 h 8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2563EB">
                <a:alpha val="3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41"/>
            </p:custDataLst>
          </p:nvPr>
        </p:nvSpPr>
        <p:spPr>
          <a:xfrm>
            <a:off x="1666875" y="3455641"/>
            <a:ext cx="28575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2563EB"/>
                </a:solidFill>
                <a:latin typeface="黑体" panose="02010609060101010101" charset="-122"/>
                <a:ea typeface="黑体" panose="02010609060101010101" charset="-122"/>
              </a:rPr>
              <a:t>2</a:t>
            </a:r>
            <a:endParaRPr sz="1500" b="1">
              <a:solidFill>
                <a:srgbClr val="2563E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42"/>
            </p:custDataLst>
          </p:nvPr>
        </p:nvSpPr>
        <p:spPr>
          <a:xfrm>
            <a:off x="1314450" y="3903316"/>
            <a:ext cx="800100" cy="1809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本地化内容</a:t>
            </a:r>
            <a:endParaRPr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8" name="组合 47"/>
          <p:cNvGrpSpPr/>
          <p:nvPr>
            <p:custDataLst>
              <p:tags r:id="rId43"/>
            </p:custDataLst>
          </p:nvPr>
        </p:nvGrpSpPr>
        <p:grpSpPr>
          <a:xfrm>
            <a:off x="2124075" y="3639820"/>
            <a:ext cx="76200" cy="114300"/>
            <a:chOff x="3345" y="5732"/>
            <a:chExt cx="120" cy="180"/>
          </a:xfrm>
        </p:grpSpPr>
        <p:sp>
          <p:nvSpPr>
            <p:cNvPr id="44" name="任意多边形 43"/>
            <p:cNvSpPr/>
            <p:nvPr>
              <p:custDataLst>
                <p:tags r:id="rId44"/>
              </p:custDataLst>
            </p:nvPr>
          </p:nvSpPr>
          <p:spPr>
            <a:xfrm>
              <a:off x="3345" y="5732"/>
              <a:ext cx="120" cy="180"/>
            </a:xfrm>
            <a:custGeom>
              <a:avLst/>
              <a:gdLst>
                <a:gd name="sw" fmla="*/ 1 w 120"/>
                <a:gd name="sh" fmla="*/ 1 h 180"/>
                <a:gd name="mins" fmla="min sw sh"/>
                <a:gd name="dsw" fmla="+- 0 sw mins"/>
                <a:gd name="dsh" fmla="+- 0 sh mins"/>
                <a:gd name="p0x0" fmla="*/ 0 w 120"/>
                <a:gd name="p0y0" fmla="*/ 0 h 180"/>
                <a:gd name="p0x1" fmla="*/ 120 w 120"/>
                <a:gd name="p0y1" fmla="*/ 0 h 180"/>
                <a:gd name="p0x2" fmla="*/ 120 w 120"/>
                <a:gd name="p0y2" fmla="*/ 180 h 180"/>
                <a:gd name="p0x3" fmla="*/ 0 w 120"/>
                <a:gd name="p0y3" fmla="*/ 180 h 180"/>
                <a:gd name="p0x4" fmla="*/ 0 w 120"/>
                <a:gd name="p0y4" fmla="*/ 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>
              <p:custDataLst>
                <p:tags r:id="rId45"/>
              </p:custDataLst>
            </p:nvPr>
          </p:nvSpPr>
          <p:spPr>
            <a:xfrm>
              <a:off x="3345" y="5732"/>
              <a:ext cx="120" cy="90"/>
            </a:xfrm>
            <a:custGeom>
              <a:avLst/>
              <a:gdLst>
                <a:gd name="sw" fmla="*/ 1 w 120"/>
                <a:gd name="sh" fmla="*/ 1 h 90"/>
                <a:gd name="mins" fmla="min sw sh"/>
                <a:gd name="dsw" fmla="+- 0 sw mins"/>
                <a:gd name="dsh" fmla="+- 0 sh mins"/>
                <a:gd name="p0x0" fmla="*/ 0 w 120"/>
                <a:gd name="p0y0" fmla="*/ 0 h 90"/>
                <a:gd name="p0x1" fmla="*/ 120 w 120"/>
                <a:gd name="p0y1" fmla="*/ 0 h 90"/>
                <a:gd name="p0x2" fmla="*/ 120 w 120"/>
                <a:gd name="p0y2" fmla="*/ 90 h 90"/>
                <a:gd name="p0x3" fmla="*/ 0 w 120"/>
                <a:gd name="p0y3" fmla="*/ 0 h 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6" name="任意多边形 45"/>
            <p:cNvSpPr/>
            <p:nvPr>
              <p:custDataLst>
                <p:tags r:id="rId46"/>
              </p:custDataLst>
            </p:nvPr>
          </p:nvSpPr>
          <p:spPr>
            <a:xfrm>
              <a:off x="3345" y="5822"/>
              <a:ext cx="120" cy="90"/>
            </a:xfrm>
            <a:custGeom>
              <a:avLst/>
              <a:gdLst>
                <a:gd name="sw" fmla="*/ 1 w 120"/>
                <a:gd name="sh" fmla="*/ 1 h 90"/>
                <a:gd name="mins" fmla="min sw sh"/>
                <a:gd name="dsw" fmla="+- 0 sw mins"/>
                <a:gd name="dsh" fmla="+- 0 sh mins"/>
                <a:gd name="p0x0" fmla="*/ 120 w 120"/>
                <a:gd name="p0y0" fmla="*/ 90 h 90"/>
                <a:gd name="p0x1" fmla="*/ 0 w 120"/>
                <a:gd name="p0y1" fmla="*/ 90 h 90"/>
                <a:gd name="p0x2" fmla="*/ 120 w 120"/>
                <a:gd name="p0y2" fmla="*/ 0 h 90"/>
                <a:gd name="p0x3" fmla="*/ 120 w 120"/>
                <a:gd name="p0y3" fmla="*/ 90 h 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任意多边形 46"/>
            <p:cNvSpPr/>
            <p:nvPr>
              <p:custDataLst>
                <p:tags r:id="rId47"/>
              </p:custDataLst>
            </p:nvPr>
          </p:nvSpPr>
          <p:spPr>
            <a:xfrm>
              <a:off x="3345" y="5732"/>
              <a:ext cx="120" cy="180"/>
            </a:xfrm>
            <a:custGeom>
              <a:avLst/>
              <a:gdLst>
                <a:gd name="sw" fmla="*/ 1 w 120"/>
                <a:gd name="sh" fmla="*/ 1 h 180"/>
                <a:gd name="mins" fmla="min sw sh"/>
                <a:gd name="dsw" fmla="+- 0 sw mins"/>
                <a:gd name="dsh" fmla="+- 0 sh mins"/>
                <a:gd name="p0x0" fmla="*/ 0 w 120"/>
                <a:gd name="p0y0" fmla="*/ 180 h 180"/>
                <a:gd name="p0x1" fmla="*/ 0 w 120"/>
                <a:gd name="p0y1" fmla="*/ 0 h 180"/>
                <a:gd name="p0x2" fmla="*/ 120 w 120"/>
                <a:gd name="p0y2" fmla="*/ 90 h 180"/>
                <a:gd name="p0x3" fmla="*/ 0 w 120"/>
                <a:gd name="p0y3" fmla="*/ 18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9" name="任意多边形 48"/>
          <p:cNvSpPr/>
          <p:nvPr>
            <p:custDataLst>
              <p:tags r:id="rId48"/>
            </p:custDataLst>
          </p:nvPr>
        </p:nvSpPr>
        <p:spPr>
          <a:xfrm>
            <a:off x="2280920" y="3317240"/>
            <a:ext cx="523875" cy="523875"/>
          </a:xfrm>
          <a:custGeom>
            <a:avLst/>
            <a:gdLst>
              <a:gd name="sw" fmla="*/ 1 w 825"/>
              <a:gd name="sh" fmla="*/ 1 h 825"/>
              <a:gd name="mins" fmla="min sw sh"/>
              <a:gd name="dsw" fmla="+- 0 sw mins"/>
              <a:gd name="dsh" fmla="+- 0 sh mins"/>
              <a:gd name="p0x0" fmla="*/ 412 w 825"/>
              <a:gd name="p0y0" fmla="*/ 0 h 825"/>
              <a:gd name="p0x1" fmla="*/ 640 w 825"/>
              <a:gd name="p0y1" fmla="*/ 0 h 825"/>
              <a:gd name="p0x2" fmla="*/ 825 w 825"/>
              <a:gd name="p0y2" fmla="*/ 184 h 825"/>
              <a:gd name="p0x3" fmla="*/ 825 w 825"/>
              <a:gd name="p0y3" fmla="*/ 412 h 825"/>
              <a:gd name="p0x4" fmla="*/ 825 w 825"/>
              <a:gd name="p0y4" fmla="*/ 640 h 825"/>
              <a:gd name="p0x5" fmla="*/ 640 w 825"/>
              <a:gd name="p0y5" fmla="*/ 825 h 825"/>
              <a:gd name="p0x6" fmla="*/ 412 w 825"/>
              <a:gd name="p0y6" fmla="*/ 825 h 825"/>
              <a:gd name="p0x7" fmla="*/ 184 w 825"/>
              <a:gd name="p0y7" fmla="*/ 825 h 825"/>
              <a:gd name="p0x8" fmla="*/ 0 w 825"/>
              <a:gd name="p0y8" fmla="*/ 640 h 825"/>
              <a:gd name="p0x9" fmla="*/ 0 w 825"/>
              <a:gd name="p0y9" fmla="*/ 412 h 825"/>
              <a:gd name="p0x10" fmla="*/ 0 w 825"/>
              <a:gd name="p0y10" fmla="*/ 184 h 825"/>
              <a:gd name="p0x11" fmla="*/ 184 w 825"/>
              <a:gd name="p0y11" fmla="*/ 0 h 825"/>
              <a:gd name="p0x12" fmla="*/ 412 w 825"/>
              <a:gd name="p0y12" fmla="*/ 0 h 8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2563EB">
                <a:alpha val="3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>
            <p:custDataLst>
              <p:tags r:id="rId49"/>
            </p:custDataLst>
          </p:nvPr>
        </p:nvSpPr>
        <p:spPr>
          <a:xfrm>
            <a:off x="2495550" y="3455641"/>
            <a:ext cx="28575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2563EB"/>
                </a:solidFill>
                <a:latin typeface="黑体" panose="02010609060101010101" charset="-122"/>
                <a:ea typeface="黑体" panose="02010609060101010101" charset="-122"/>
              </a:rPr>
              <a:t>3</a:t>
            </a:r>
            <a:endParaRPr sz="1500" b="1">
              <a:solidFill>
                <a:srgbClr val="2563E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50"/>
            </p:custDataLst>
          </p:nvPr>
        </p:nvSpPr>
        <p:spPr>
          <a:xfrm>
            <a:off x="2209800" y="3903316"/>
            <a:ext cx="666750" cy="1809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智能投放</a:t>
            </a:r>
            <a:endParaRPr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6" name="组合 55"/>
          <p:cNvGrpSpPr/>
          <p:nvPr>
            <p:custDataLst>
              <p:tags r:id="rId51"/>
            </p:custDataLst>
          </p:nvPr>
        </p:nvGrpSpPr>
        <p:grpSpPr>
          <a:xfrm>
            <a:off x="2886075" y="3639820"/>
            <a:ext cx="76200" cy="114300"/>
            <a:chOff x="4545" y="5732"/>
            <a:chExt cx="120" cy="180"/>
          </a:xfrm>
        </p:grpSpPr>
        <p:sp>
          <p:nvSpPr>
            <p:cNvPr id="52" name="任意多边形 51"/>
            <p:cNvSpPr/>
            <p:nvPr>
              <p:custDataLst>
                <p:tags r:id="rId52"/>
              </p:custDataLst>
            </p:nvPr>
          </p:nvSpPr>
          <p:spPr>
            <a:xfrm>
              <a:off x="4545" y="5732"/>
              <a:ext cx="120" cy="180"/>
            </a:xfrm>
            <a:custGeom>
              <a:avLst/>
              <a:gdLst>
                <a:gd name="sw" fmla="*/ 1 w 120"/>
                <a:gd name="sh" fmla="*/ 1 h 180"/>
                <a:gd name="mins" fmla="min sw sh"/>
                <a:gd name="dsw" fmla="+- 0 sw mins"/>
                <a:gd name="dsh" fmla="+- 0 sh mins"/>
                <a:gd name="p0x0" fmla="*/ 0 w 120"/>
                <a:gd name="p0y0" fmla="*/ 0 h 180"/>
                <a:gd name="p0x1" fmla="*/ 120 w 120"/>
                <a:gd name="p0y1" fmla="*/ 0 h 180"/>
                <a:gd name="p0x2" fmla="*/ 120 w 120"/>
                <a:gd name="p0y2" fmla="*/ 180 h 180"/>
                <a:gd name="p0x3" fmla="*/ 0 w 120"/>
                <a:gd name="p0y3" fmla="*/ 180 h 180"/>
                <a:gd name="p0x4" fmla="*/ 0 w 120"/>
                <a:gd name="p0y4" fmla="*/ 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3" name="任意多边形 52"/>
            <p:cNvSpPr/>
            <p:nvPr>
              <p:custDataLst>
                <p:tags r:id="rId53"/>
              </p:custDataLst>
            </p:nvPr>
          </p:nvSpPr>
          <p:spPr>
            <a:xfrm>
              <a:off x="4545" y="5732"/>
              <a:ext cx="120" cy="90"/>
            </a:xfrm>
            <a:custGeom>
              <a:avLst/>
              <a:gdLst>
                <a:gd name="sw" fmla="*/ 1 w 120"/>
                <a:gd name="sh" fmla="*/ 1 h 90"/>
                <a:gd name="mins" fmla="min sw sh"/>
                <a:gd name="dsw" fmla="+- 0 sw mins"/>
                <a:gd name="dsh" fmla="+- 0 sh mins"/>
                <a:gd name="p0x0" fmla="*/ 0 w 120"/>
                <a:gd name="p0y0" fmla="*/ 0 h 90"/>
                <a:gd name="p0x1" fmla="*/ 120 w 120"/>
                <a:gd name="p0y1" fmla="*/ 0 h 90"/>
                <a:gd name="p0x2" fmla="*/ 120 w 120"/>
                <a:gd name="p0y2" fmla="*/ 90 h 90"/>
                <a:gd name="p0x3" fmla="*/ 0 w 120"/>
                <a:gd name="p0y3" fmla="*/ 0 h 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4" name="任意多边形 53"/>
            <p:cNvSpPr/>
            <p:nvPr>
              <p:custDataLst>
                <p:tags r:id="rId54"/>
              </p:custDataLst>
            </p:nvPr>
          </p:nvSpPr>
          <p:spPr>
            <a:xfrm>
              <a:off x="4545" y="5822"/>
              <a:ext cx="120" cy="90"/>
            </a:xfrm>
            <a:custGeom>
              <a:avLst/>
              <a:gdLst>
                <a:gd name="sw" fmla="*/ 1 w 120"/>
                <a:gd name="sh" fmla="*/ 1 h 90"/>
                <a:gd name="mins" fmla="min sw sh"/>
                <a:gd name="dsw" fmla="+- 0 sw mins"/>
                <a:gd name="dsh" fmla="+- 0 sh mins"/>
                <a:gd name="p0x0" fmla="*/ 120 w 120"/>
                <a:gd name="p0y0" fmla="*/ 90 h 90"/>
                <a:gd name="p0x1" fmla="*/ 0 w 120"/>
                <a:gd name="p0y1" fmla="*/ 90 h 90"/>
                <a:gd name="p0x2" fmla="*/ 120 w 120"/>
                <a:gd name="p0y2" fmla="*/ 0 h 90"/>
                <a:gd name="p0x3" fmla="*/ 120 w 120"/>
                <a:gd name="p0y3" fmla="*/ 90 h 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5" name="任意多边形 54"/>
            <p:cNvSpPr/>
            <p:nvPr>
              <p:custDataLst>
                <p:tags r:id="rId55"/>
              </p:custDataLst>
            </p:nvPr>
          </p:nvSpPr>
          <p:spPr>
            <a:xfrm>
              <a:off x="4545" y="5732"/>
              <a:ext cx="120" cy="180"/>
            </a:xfrm>
            <a:custGeom>
              <a:avLst/>
              <a:gdLst>
                <a:gd name="sw" fmla="*/ 1 w 120"/>
                <a:gd name="sh" fmla="*/ 1 h 180"/>
                <a:gd name="mins" fmla="min sw sh"/>
                <a:gd name="dsw" fmla="+- 0 sw mins"/>
                <a:gd name="dsh" fmla="+- 0 sh mins"/>
                <a:gd name="p0x0" fmla="*/ 0 w 120"/>
                <a:gd name="p0y0" fmla="*/ 180 h 180"/>
                <a:gd name="p0x1" fmla="*/ 0 w 120"/>
                <a:gd name="p0y1" fmla="*/ 0 h 180"/>
                <a:gd name="p0x2" fmla="*/ 120 w 120"/>
                <a:gd name="p0y2" fmla="*/ 90 h 180"/>
                <a:gd name="p0x3" fmla="*/ 0 w 120"/>
                <a:gd name="p0y3" fmla="*/ 18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7" name="任意多边形 56"/>
          <p:cNvSpPr/>
          <p:nvPr>
            <p:custDataLst>
              <p:tags r:id="rId56"/>
            </p:custDataLst>
          </p:nvPr>
        </p:nvSpPr>
        <p:spPr>
          <a:xfrm>
            <a:off x="3042920" y="3317240"/>
            <a:ext cx="523875" cy="523875"/>
          </a:xfrm>
          <a:custGeom>
            <a:avLst/>
            <a:gdLst>
              <a:gd name="sw" fmla="*/ 1 w 825"/>
              <a:gd name="sh" fmla="*/ 1 h 825"/>
              <a:gd name="mins" fmla="min sw sh"/>
              <a:gd name="dsw" fmla="+- 0 sw mins"/>
              <a:gd name="dsh" fmla="+- 0 sh mins"/>
              <a:gd name="p0x0" fmla="*/ 412 w 825"/>
              <a:gd name="p0y0" fmla="*/ 0 h 825"/>
              <a:gd name="p0x1" fmla="*/ 640 w 825"/>
              <a:gd name="p0y1" fmla="*/ 0 h 825"/>
              <a:gd name="p0x2" fmla="*/ 825 w 825"/>
              <a:gd name="p0y2" fmla="*/ 184 h 825"/>
              <a:gd name="p0x3" fmla="*/ 825 w 825"/>
              <a:gd name="p0y3" fmla="*/ 412 h 825"/>
              <a:gd name="p0x4" fmla="*/ 825 w 825"/>
              <a:gd name="p0y4" fmla="*/ 640 h 825"/>
              <a:gd name="p0x5" fmla="*/ 640 w 825"/>
              <a:gd name="p0y5" fmla="*/ 825 h 825"/>
              <a:gd name="p0x6" fmla="*/ 412 w 825"/>
              <a:gd name="p0y6" fmla="*/ 825 h 825"/>
              <a:gd name="p0x7" fmla="*/ 184 w 825"/>
              <a:gd name="p0y7" fmla="*/ 825 h 825"/>
              <a:gd name="p0x8" fmla="*/ 0 w 825"/>
              <a:gd name="p0y8" fmla="*/ 640 h 825"/>
              <a:gd name="p0x9" fmla="*/ 0 w 825"/>
              <a:gd name="p0y9" fmla="*/ 412 h 825"/>
              <a:gd name="p0x10" fmla="*/ 0 w 825"/>
              <a:gd name="p0y10" fmla="*/ 184 h 825"/>
              <a:gd name="p0x11" fmla="*/ 184 w 825"/>
              <a:gd name="p0y11" fmla="*/ 0 h 825"/>
              <a:gd name="p0x12" fmla="*/ 412 w 825"/>
              <a:gd name="p0y12" fmla="*/ 0 h 8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2563EB">
                <a:alpha val="3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>
            <p:custDataLst>
              <p:tags r:id="rId57"/>
            </p:custDataLst>
          </p:nvPr>
        </p:nvSpPr>
        <p:spPr>
          <a:xfrm>
            <a:off x="3257550" y="3455641"/>
            <a:ext cx="28575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2563EB"/>
                </a:solidFill>
                <a:latin typeface="黑体" panose="02010609060101010101" charset="-122"/>
                <a:ea typeface="黑体" panose="02010609060101010101" charset="-122"/>
              </a:rPr>
              <a:t>4</a:t>
            </a:r>
            <a:endParaRPr sz="1500" b="1">
              <a:solidFill>
                <a:srgbClr val="2563E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58"/>
            </p:custDataLst>
          </p:nvPr>
        </p:nvSpPr>
        <p:spPr>
          <a:xfrm>
            <a:off x="2971800" y="3903316"/>
            <a:ext cx="666750" cy="1809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效果评估</a:t>
            </a:r>
            <a:endParaRPr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/>
          <p:cNvSpPr txBox="1"/>
          <p:nvPr>
            <p:custDataLst>
              <p:tags r:id="rId59"/>
            </p:custDataLst>
          </p:nvPr>
        </p:nvSpPr>
        <p:spPr>
          <a:xfrm>
            <a:off x="623570" y="4356360"/>
            <a:ext cx="7524750" cy="2800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</a:t>
            </a:r>
            <a:r>
              <a:rPr lang="en-US" altLang="zh-CN"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短视频引流</a:t>
            </a:r>
            <a:endParaRPr lang="zh-CN" altLang="en-US"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任意多边形 60"/>
          <p:cNvSpPr/>
          <p:nvPr>
            <p:custDataLst>
              <p:tags r:id="rId60"/>
            </p:custDataLst>
          </p:nvPr>
        </p:nvSpPr>
        <p:spPr>
          <a:xfrm>
            <a:off x="623570" y="4738370"/>
            <a:ext cx="523875" cy="523875"/>
          </a:xfrm>
          <a:custGeom>
            <a:avLst/>
            <a:gdLst>
              <a:gd name="sw" fmla="*/ 1 w 825"/>
              <a:gd name="sh" fmla="*/ 1 h 825"/>
              <a:gd name="mins" fmla="min sw sh"/>
              <a:gd name="dsw" fmla="+- 0 sw mins"/>
              <a:gd name="dsh" fmla="+- 0 sh mins"/>
              <a:gd name="p0x0" fmla="*/ 412 w 825"/>
              <a:gd name="p0y0" fmla="*/ 0 h 825"/>
              <a:gd name="p0x1" fmla="*/ 640 w 825"/>
              <a:gd name="p0y1" fmla="*/ 0 h 825"/>
              <a:gd name="p0x2" fmla="*/ 825 w 825"/>
              <a:gd name="p0y2" fmla="*/ 184 h 825"/>
              <a:gd name="p0x3" fmla="*/ 825 w 825"/>
              <a:gd name="p0y3" fmla="*/ 412 h 825"/>
              <a:gd name="p0x4" fmla="*/ 825 w 825"/>
              <a:gd name="p0y4" fmla="*/ 640 h 825"/>
              <a:gd name="p0x5" fmla="*/ 640 w 825"/>
              <a:gd name="p0y5" fmla="*/ 825 h 825"/>
              <a:gd name="p0x6" fmla="*/ 412 w 825"/>
              <a:gd name="p0y6" fmla="*/ 825 h 825"/>
              <a:gd name="p0x7" fmla="*/ 184 w 825"/>
              <a:gd name="p0y7" fmla="*/ 825 h 825"/>
              <a:gd name="p0x8" fmla="*/ 0 w 825"/>
              <a:gd name="p0y8" fmla="*/ 640 h 825"/>
              <a:gd name="p0x9" fmla="*/ 0 w 825"/>
              <a:gd name="p0y9" fmla="*/ 412 h 825"/>
              <a:gd name="p0x10" fmla="*/ 0 w 825"/>
              <a:gd name="p0y10" fmla="*/ 184 h 825"/>
              <a:gd name="p0x11" fmla="*/ 184 w 825"/>
              <a:gd name="p0y11" fmla="*/ 0 h 825"/>
              <a:gd name="p0x12" fmla="*/ 412 w 825"/>
              <a:gd name="p0y12" fmla="*/ 0 h 8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2563EB">
                <a:alpha val="3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>
            <p:custDataLst>
              <p:tags r:id="rId61"/>
            </p:custDataLst>
          </p:nvPr>
        </p:nvSpPr>
        <p:spPr>
          <a:xfrm>
            <a:off x="838200" y="4900238"/>
            <a:ext cx="28575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2563EB"/>
                </a:solidFill>
                <a:latin typeface="黑体" panose="02010609060101010101" charset="-122"/>
                <a:ea typeface="黑体" panose="02010609060101010101" charset="-122"/>
              </a:rPr>
              <a:t>1</a:t>
            </a:r>
            <a:endParaRPr sz="1500" b="1">
              <a:solidFill>
                <a:srgbClr val="2563E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3" name="文本框 62"/>
          <p:cNvSpPr txBox="1"/>
          <p:nvPr>
            <p:custDataLst>
              <p:tags r:id="rId62"/>
            </p:custDataLst>
          </p:nvPr>
        </p:nvSpPr>
        <p:spPr>
          <a:xfrm>
            <a:off x="552450" y="5425383"/>
            <a:ext cx="666750" cy="1809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智能剪辑</a:t>
            </a:r>
            <a:endParaRPr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8" name="组合 67"/>
          <p:cNvGrpSpPr/>
          <p:nvPr>
            <p:custDataLst>
              <p:tags r:id="rId63"/>
            </p:custDataLst>
          </p:nvPr>
        </p:nvGrpSpPr>
        <p:grpSpPr>
          <a:xfrm>
            <a:off x="1219200" y="5047615"/>
            <a:ext cx="76200" cy="114300"/>
            <a:chOff x="1935" y="8129"/>
            <a:chExt cx="120" cy="180"/>
          </a:xfrm>
        </p:grpSpPr>
        <p:sp>
          <p:nvSpPr>
            <p:cNvPr id="64" name="任意多边形 63"/>
            <p:cNvSpPr/>
            <p:nvPr>
              <p:custDataLst>
                <p:tags r:id="rId64"/>
              </p:custDataLst>
            </p:nvPr>
          </p:nvSpPr>
          <p:spPr>
            <a:xfrm>
              <a:off x="1935" y="8129"/>
              <a:ext cx="120" cy="180"/>
            </a:xfrm>
            <a:custGeom>
              <a:avLst/>
              <a:gdLst>
                <a:gd name="sw" fmla="*/ 1 w 120"/>
                <a:gd name="sh" fmla="*/ 1 h 180"/>
                <a:gd name="mins" fmla="min sw sh"/>
                <a:gd name="dsw" fmla="+- 0 sw mins"/>
                <a:gd name="dsh" fmla="+- 0 sh mins"/>
                <a:gd name="p0x0" fmla="*/ 0 w 120"/>
                <a:gd name="p0y0" fmla="*/ 0 h 180"/>
                <a:gd name="p0x1" fmla="*/ 120 w 120"/>
                <a:gd name="p0y1" fmla="*/ 0 h 180"/>
                <a:gd name="p0x2" fmla="*/ 120 w 120"/>
                <a:gd name="p0y2" fmla="*/ 180 h 180"/>
                <a:gd name="p0x3" fmla="*/ 0 w 120"/>
                <a:gd name="p0y3" fmla="*/ 180 h 180"/>
                <a:gd name="p0x4" fmla="*/ 0 w 120"/>
                <a:gd name="p0y4" fmla="*/ 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5" name="任意多边形 64"/>
            <p:cNvSpPr/>
            <p:nvPr>
              <p:custDataLst>
                <p:tags r:id="rId65"/>
              </p:custDataLst>
            </p:nvPr>
          </p:nvSpPr>
          <p:spPr>
            <a:xfrm>
              <a:off x="1935" y="8129"/>
              <a:ext cx="120" cy="90"/>
            </a:xfrm>
            <a:custGeom>
              <a:avLst/>
              <a:gdLst>
                <a:gd name="sw" fmla="*/ 1 w 120"/>
                <a:gd name="sh" fmla="*/ 1 h 90"/>
                <a:gd name="mins" fmla="min sw sh"/>
                <a:gd name="dsw" fmla="+- 0 sw mins"/>
                <a:gd name="dsh" fmla="+- 0 sh mins"/>
                <a:gd name="p0x0" fmla="*/ 0 w 120"/>
                <a:gd name="p0y0" fmla="*/ 0 h 90"/>
                <a:gd name="p0x1" fmla="*/ 120 w 120"/>
                <a:gd name="p0y1" fmla="*/ 0 h 90"/>
                <a:gd name="p0x2" fmla="*/ 120 w 120"/>
                <a:gd name="p0y2" fmla="*/ 90 h 90"/>
                <a:gd name="p0x3" fmla="*/ 0 w 120"/>
                <a:gd name="p0y3" fmla="*/ 0 h 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6" name="任意多边形 65"/>
            <p:cNvSpPr/>
            <p:nvPr>
              <p:custDataLst>
                <p:tags r:id="rId66"/>
              </p:custDataLst>
            </p:nvPr>
          </p:nvSpPr>
          <p:spPr>
            <a:xfrm>
              <a:off x="1935" y="8219"/>
              <a:ext cx="120" cy="90"/>
            </a:xfrm>
            <a:custGeom>
              <a:avLst/>
              <a:gdLst>
                <a:gd name="sw" fmla="*/ 1 w 120"/>
                <a:gd name="sh" fmla="*/ 1 h 90"/>
                <a:gd name="mins" fmla="min sw sh"/>
                <a:gd name="dsw" fmla="+- 0 sw mins"/>
                <a:gd name="dsh" fmla="+- 0 sh mins"/>
                <a:gd name="p0x0" fmla="*/ 120 w 120"/>
                <a:gd name="p0y0" fmla="*/ 90 h 90"/>
                <a:gd name="p0x1" fmla="*/ 0 w 120"/>
                <a:gd name="p0y1" fmla="*/ 90 h 90"/>
                <a:gd name="p0x2" fmla="*/ 120 w 120"/>
                <a:gd name="p0y2" fmla="*/ 0 h 90"/>
                <a:gd name="p0x3" fmla="*/ 120 w 120"/>
                <a:gd name="p0y3" fmla="*/ 90 h 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7" name="任意多边形 66"/>
            <p:cNvSpPr/>
            <p:nvPr>
              <p:custDataLst>
                <p:tags r:id="rId67"/>
              </p:custDataLst>
            </p:nvPr>
          </p:nvSpPr>
          <p:spPr>
            <a:xfrm>
              <a:off x="1935" y="8129"/>
              <a:ext cx="120" cy="180"/>
            </a:xfrm>
            <a:custGeom>
              <a:avLst/>
              <a:gdLst>
                <a:gd name="sw" fmla="*/ 1 w 120"/>
                <a:gd name="sh" fmla="*/ 1 h 180"/>
                <a:gd name="mins" fmla="min sw sh"/>
                <a:gd name="dsw" fmla="+- 0 sw mins"/>
                <a:gd name="dsh" fmla="+- 0 sh mins"/>
                <a:gd name="p0x0" fmla="*/ 0 w 120"/>
                <a:gd name="p0y0" fmla="*/ 180 h 180"/>
                <a:gd name="p0x1" fmla="*/ 0 w 120"/>
                <a:gd name="p0y1" fmla="*/ 0 h 180"/>
                <a:gd name="p0x2" fmla="*/ 120 w 120"/>
                <a:gd name="p0y2" fmla="*/ 90 h 180"/>
                <a:gd name="p0x3" fmla="*/ 0 w 120"/>
                <a:gd name="p0y3" fmla="*/ 18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9" name="任意多边形 68"/>
          <p:cNvSpPr/>
          <p:nvPr>
            <p:custDataLst>
              <p:tags r:id="rId68"/>
            </p:custDataLst>
          </p:nvPr>
        </p:nvSpPr>
        <p:spPr>
          <a:xfrm>
            <a:off x="1387475" y="4752340"/>
            <a:ext cx="523875" cy="523875"/>
          </a:xfrm>
          <a:custGeom>
            <a:avLst/>
            <a:gdLst>
              <a:gd name="sw" fmla="*/ 1 w 825"/>
              <a:gd name="sh" fmla="*/ 1 h 825"/>
              <a:gd name="mins" fmla="min sw sh"/>
              <a:gd name="dsw" fmla="+- 0 sw mins"/>
              <a:gd name="dsh" fmla="+- 0 sh mins"/>
              <a:gd name="p0x0" fmla="*/ 412 w 825"/>
              <a:gd name="p0y0" fmla="*/ 0 h 825"/>
              <a:gd name="p0x1" fmla="*/ 640 w 825"/>
              <a:gd name="p0y1" fmla="*/ 0 h 825"/>
              <a:gd name="p0x2" fmla="*/ 825 w 825"/>
              <a:gd name="p0y2" fmla="*/ 184 h 825"/>
              <a:gd name="p0x3" fmla="*/ 825 w 825"/>
              <a:gd name="p0y3" fmla="*/ 412 h 825"/>
              <a:gd name="p0x4" fmla="*/ 825 w 825"/>
              <a:gd name="p0y4" fmla="*/ 640 h 825"/>
              <a:gd name="p0x5" fmla="*/ 640 w 825"/>
              <a:gd name="p0y5" fmla="*/ 825 h 825"/>
              <a:gd name="p0x6" fmla="*/ 412 w 825"/>
              <a:gd name="p0y6" fmla="*/ 825 h 825"/>
              <a:gd name="p0x7" fmla="*/ 184 w 825"/>
              <a:gd name="p0y7" fmla="*/ 825 h 825"/>
              <a:gd name="p0x8" fmla="*/ 0 w 825"/>
              <a:gd name="p0y8" fmla="*/ 640 h 825"/>
              <a:gd name="p0x9" fmla="*/ 0 w 825"/>
              <a:gd name="p0y9" fmla="*/ 412 h 825"/>
              <a:gd name="p0x10" fmla="*/ 0 w 825"/>
              <a:gd name="p0y10" fmla="*/ 184 h 825"/>
              <a:gd name="p0x11" fmla="*/ 184 w 825"/>
              <a:gd name="p0y11" fmla="*/ 0 h 825"/>
              <a:gd name="p0x12" fmla="*/ 412 w 825"/>
              <a:gd name="p0y12" fmla="*/ 0 h 8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2563EB">
                <a:alpha val="3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文本框 69"/>
          <p:cNvSpPr txBox="1"/>
          <p:nvPr>
            <p:custDataLst>
              <p:tags r:id="rId69"/>
            </p:custDataLst>
          </p:nvPr>
        </p:nvSpPr>
        <p:spPr>
          <a:xfrm>
            <a:off x="1600200" y="4914208"/>
            <a:ext cx="28575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2563EB"/>
                </a:solidFill>
                <a:latin typeface="黑体" panose="02010609060101010101" charset="-122"/>
                <a:ea typeface="黑体" panose="02010609060101010101" charset="-122"/>
              </a:rPr>
              <a:t>2</a:t>
            </a:r>
            <a:endParaRPr sz="1500" b="1">
              <a:solidFill>
                <a:srgbClr val="2563E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1" name="文本框 70"/>
          <p:cNvSpPr txBox="1"/>
          <p:nvPr>
            <p:custDataLst>
              <p:tags r:id="rId70"/>
            </p:custDataLst>
          </p:nvPr>
        </p:nvSpPr>
        <p:spPr>
          <a:xfrm>
            <a:off x="1387373" y="5425383"/>
            <a:ext cx="520903" cy="1809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</a:t>
            </a:r>
            <a:r>
              <a:rPr lang="zh-CN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定制</a:t>
            </a:r>
            <a:endParaRPr lang="zh-CN"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6" name="组合 75"/>
          <p:cNvGrpSpPr/>
          <p:nvPr>
            <p:custDataLst>
              <p:tags r:id="rId71"/>
            </p:custDataLst>
          </p:nvPr>
        </p:nvGrpSpPr>
        <p:grpSpPr>
          <a:xfrm>
            <a:off x="1990725" y="5033645"/>
            <a:ext cx="76200" cy="114300"/>
            <a:chOff x="3135" y="8129"/>
            <a:chExt cx="120" cy="180"/>
          </a:xfrm>
        </p:grpSpPr>
        <p:sp>
          <p:nvSpPr>
            <p:cNvPr id="72" name="任意多边形 71"/>
            <p:cNvSpPr/>
            <p:nvPr>
              <p:custDataLst>
                <p:tags r:id="rId72"/>
              </p:custDataLst>
            </p:nvPr>
          </p:nvSpPr>
          <p:spPr>
            <a:xfrm>
              <a:off x="3135" y="8129"/>
              <a:ext cx="120" cy="180"/>
            </a:xfrm>
            <a:custGeom>
              <a:avLst/>
              <a:gdLst>
                <a:gd name="sw" fmla="*/ 1 w 120"/>
                <a:gd name="sh" fmla="*/ 1 h 180"/>
                <a:gd name="mins" fmla="min sw sh"/>
                <a:gd name="dsw" fmla="+- 0 sw mins"/>
                <a:gd name="dsh" fmla="+- 0 sh mins"/>
                <a:gd name="p0x0" fmla="*/ 0 w 120"/>
                <a:gd name="p0y0" fmla="*/ 0 h 180"/>
                <a:gd name="p0x1" fmla="*/ 120 w 120"/>
                <a:gd name="p0y1" fmla="*/ 0 h 180"/>
                <a:gd name="p0x2" fmla="*/ 120 w 120"/>
                <a:gd name="p0y2" fmla="*/ 180 h 180"/>
                <a:gd name="p0x3" fmla="*/ 0 w 120"/>
                <a:gd name="p0y3" fmla="*/ 180 h 180"/>
                <a:gd name="p0x4" fmla="*/ 0 w 120"/>
                <a:gd name="p0y4" fmla="*/ 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3" name="任意多边形 72"/>
            <p:cNvSpPr/>
            <p:nvPr>
              <p:custDataLst>
                <p:tags r:id="rId73"/>
              </p:custDataLst>
            </p:nvPr>
          </p:nvSpPr>
          <p:spPr>
            <a:xfrm>
              <a:off x="3135" y="8129"/>
              <a:ext cx="120" cy="90"/>
            </a:xfrm>
            <a:custGeom>
              <a:avLst/>
              <a:gdLst>
                <a:gd name="sw" fmla="*/ 1 w 120"/>
                <a:gd name="sh" fmla="*/ 1 h 90"/>
                <a:gd name="mins" fmla="min sw sh"/>
                <a:gd name="dsw" fmla="+- 0 sw mins"/>
                <a:gd name="dsh" fmla="+- 0 sh mins"/>
                <a:gd name="p0x0" fmla="*/ 0 w 120"/>
                <a:gd name="p0y0" fmla="*/ 0 h 90"/>
                <a:gd name="p0x1" fmla="*/ 120 w 120"/>
                <a:gd name="p0y1" fmla="*/ 0 h 90"/>
                <a:gd name="p0x2" fmla="*/ 120 w 120"/>
                <a:gd name="p0y2" fmla="*/ 90 h 90"/>
                <a:gd name="p0x3" fmla="*/ 0 w 120"/>
                <a:gd name="p0y3" fmla="*/ 0 h 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4" name="任意多边形 73"/>
            <p:cNvSpPr/>
            <p:nvPr>
              <p:custDataLst>
                <p:tags r:id="rId74"/>
              </p:custDataLst>
            </p:nvPr>
          </p:nvSpPr>
          <p:spPr>
            <a:xfrm>
              <a:off x="3135" y="8219"/>
              <a:ext cx="120" cy="90"/>
            </a:xfrm>
            <a:custGeom>
              <a:avLst/>
              <a:gdLst>
                <a:gd name="sw" fmla="*/ 1 w 120"/>
                <a:gd name="sh" fmla="*/ 1 h 90"/>
                <a:gd name="mins" fmla="min sw sh"/>
                <a:gd name="dsw" fmla="+- 0 sw mins"/>
                <a:gd name="dsh" fmla="+- 0 sh mins"/>
                <a:gd name="p0x0" fmla="*/ 120 w 120"/>
                <a:gd name="p0y0" fmla="*/ 90 h 90"/>
                <a:gd name="p0x1" fmla="*/ 0 w 120"/>
                <a:gd name="p0y1" fmla="*/ 90 h 90"/>
                <a:gd name="p0x2" fmla="*/ 120 w 120"/>
                <a:gd name="p0y2" fmla="*/ 0 h 90"/>
                <a:gd name="p0x3" fmla="*/ 120 w 120"/>
                <a:gd name="p0y3" fmla="*/ 90 h 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5" name="任意多边形 74"/>
            <p:cNvSpPr/>
            <p:nvPr>
              <p:custDataLst>
                <p:tags r:id="rId75"/>
              </p:custDataLst>
            </p:nvPr>
          </p:nvSpPr>
          <p:spPr>
            <a:xfrm>
              <a:off x="3135" y="8129"/>
              <a:ext cx="120" cy="180"/>
            </a:xfrm>
            <a:custGeom>
              <a:avLst/>
              <a:gdLst>
                <a:gd name="sw" fmla="*/ 1 w 120"/>
                <a:gd name="sh" fmla="*/ 1 h 180"/>
                <a:gd name="mins" fmla="min sw sh"/>
                <a:gd name="dsw" fmla="+- 0 sw mins"/>
                <a:gd name="dsh" fmla="+- 0 sh mins"/>
                <a:gd name="p0x0" fmla="*/ 0 w 120"/>
                <a:gd name="p0y0" fmla="*/ 180 h 180"/>
                <a:gd name="p0x1" fmla="*/ 0 w 120"/>
                <a:gd name="p0y1" fmla="*/ 0 h 180"/>
                <a:gd name="p0x2" fmla="*/ 120 w 120"/>
                <a:gd name="p0y2" fmla="*/ 90 h 180"/>
                <a:gd name="p0x3" fmla="*/ 0 w 120"/>
                <a:gd name="p0y3" fmla="*/ 18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7" name="任意多边形 76"/>
          <p:cNvSpPr/>
          <p:nvPr>
            <p:custDataLst>
              <p:tags r:id="rId76"/>
            </p:custDataLst>
          </p:nvPr>
        </p:nvSpPr>
        <p:spPr>
          <a:xfrm>
            <a:off x="2147570" y="4752340"/>
            <a:ext cx="523875" cy="523875"/>
          </a:xfrm>
          <a:custGeom>
            <a:avLst/>
            <a:gdLst>
              <a:gd name="sw" fmla="*/ 1 w 825"/>
              <a:gd name="sh" fmla="*/ 1 h 825"/>
              <a:gd name="mins" fmla="min sw sh"/>
              <a:gd name="dsw" fmla="+- 0 sw mins"/>
              <a:gd name="dsh" fmla="+- 0 sh mins"/>
              <a:gd name="p0x0" fmla="*/ 412 w 825"/>
              <a:gd name="p0y0" fmla="*/ 0 h 825"/>
              <a:gd name="p0x1" fmla="*/ 640 w 825"/>
              <a:gd name="p0y1" fmla="*/ 0 h 825"/>
              <a:gd name="p0x2" fmla="*/ 825 w 825"/>
              <a:gd name="p0y2" fmla="*/ 184 h 825"/>
              <a:gd name="p0x3" fmla="*/ 825 w 825"/>
              <a:gd name="p0y3" fmla="*/ 412 h 825"/>
              <a:gd name="p0x4" fmla="*/ 825 w 825"/>
              <a:gd name="p0y4" fmla="*/ 640 h 825"/>
              <a:gd name="p0x5" fmla="*/ 640 w 825"/>
              <a:gd name="p0y5" fmla="*/ 825 h 825"/>
              <a:gd name="p0x6" fmla="*/ 412 w 825"/>
              <a:gd name="p0y6" fmla="*/ 825 h 825"/>
              <a:gd name="p0x7" fmla="*/ 184 w 825"/>
              <a:gd name="p0y7" fmla="*/ 825 h 825"/>
              <a:gd name="p0x8" fmla="*/ 0 w 825"/>
              <a:gd name="p0y8" fmla="*/ 640 h 825"/>
              <a:gd name="p0x9" fmla="*/ 0 w 825"/>
              <a:gd name="p0y9" fmla="*/ 412 h 825"/>
              <a:gd name="p0x10" fmla="*/ 0 w 825"/>
              <a:gd name="p0y10" fmla="*/ 184 h 825"/>
              <a:gd name="p0x11" fmla="*/ 184 w 825"/>
              <a:gd name="p0y11" fmla="*/ 0 h 825"/>
              <a:gd name="p0x12" fmla="*/ 412 w 825"/>
              <a:gd name="p0y12" fmla="*/ 0 h 8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2563EB">
                <a:alpha val="3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文本框 77"/>
          <p:cNvSpPr txBox="1"/>
          <p:nvPr>
            <p:custDataLst>
              <p:tags r:id="rId77"/>
            </p:custDataLst>
          </p:nvPr>
        </p:nvSpPr>
        <p:spPr>
          <a:xfrm>
            <a:off x="2362200" y="4914265"/>
            <a:ext cx="367030" cy="3168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2563EB"/>
                </a:solidFill>
                <a:latin typeface="黑体" panose="02010609060101010101" charset="-122"/>
                <a:ea typeface="黑体" panose="02010609060101010101" charset="-122"/>
              </a:rPr>
              <a:t>3</a:t>
            </a:r>
            <a:endParaRPr sz="1500" b="1">
              <a:solidFill>
                <a:srgbClr val="2563E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78"/>
            </p:custDataLst>
          </p:nvPr>
        </p:nvSpPr>
        <p:spPr>
          <a:xfrm>
            <a:off x="2076450" y="5425383"/>
            <a:ext cx="666750" cy="1809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创意生成</a:t>
            </a:r>
            <a:endParaRPr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4" name="组合 83"/>
          <p:cNvGrpSpPr/>
          <p:nvPr>
            <p:custDataLst>
              <p:tags r:id="rId79"/>
            </p:custDataLst>
          </p:nvPr>
        </p:nvGrpSpPr>
        <p:grpSpPr>
          <a:xfrm>
            <a:off x="2752725" y="5033645"/>
            <a:ext cx="76200" cy="114300"/>
            <a:chOff x="4335" y="8129"/>
            <a:chExt cx="120" cy="180"/>
          </a:xfrm>
        </p:grpSpPr>
        <p:sp>
          <p:nvSpPr>
            <p:cNvPr id="80" name="任意多边形 79"/>
            <p:cNvSpPr/>
            <p:nvPr>
              <p:custDataLst>
                <p:tags r:id="rId80"/>
              </p:custDataLst>
            </p:nvPr>
          </p:nvSpPr>
          <p:spPr>
            <a:xfrm>
              <a:off x="4335" y="8129"/>
              <a:ext cx="120" cy="180"/>
            </a:xfrm>
            <a:custGeom>
              <a:avLst/>
              <a:gdLst>
                <a:gd name="sw" fmla="*/ 1 w 120"/>
                <a:gd name="sh" fmla="*/ 1 h 180"/>
                <a:gd name="mins" fmla="min sw sh"/>
                <a:gd name="dsw" fmla="+- 0 sw mins"/>
                <a:gd name="dsh" fmla="+- 0 sh mins"/>
                <a:gd name="p0x0" fmla="*/ 0 w 120"/>
                <a:gd name="p0y0" fmla="*/ 0 h 180"/>
                <a:gd name="p0x1" fmla="*/ 120 w 120"/>
                <a:gd name="p0y1" fmla="*/ 0 h 180"/>
                <a:gd name="p0x2" fmla="*/ 120 w 120"/>
                <a:gd name="p0y2" fmla="*/ 180 h 180"/>
                <a:gd name="p0x3" fmla="*/ 0 w 120"/>
                <a:gd name="p0y3" fmla="*/ 180 h 180"/>
                <a:gd name="p0x4" fmla="*/ 0 w 120"/>
                <a:gd name="p0y4" fmla="*/ 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1" name="任意多边形 80"/>
            <p:cNvSpPr/>
            <p:nvPr>
              <p:custDataLst>
                <p:tags r:id="rId81"/>
              </p:custDataLst>
            </p:nvPr>
          </p:nvSpPr>
          <p:spPr>
            <a:xfrm>
              <a:off x="4335" y="8129"/>
              <a:ext cx="120" cy="90"/>
            </a:xfrm>
            <a:custGeom>
              <a:avLst/>
              <a:gdLst>
                <a:gd name="sw" fmla="*/ 1 w 120"/>
                <a:gd name="sh" fmla="*/ 1 h 90"/>
                <a:gd name="mins" fmla="min sw sh"/>
                <a:gd name="dsw" fmla="+- 0 sw mins"/>
                <a:gd name="dsh" fmla="+- 0 sh mins"/>
                <a:gd name="p0x0" fmla="*/ 0 w 120"/>
                <a:gd name="p0y0" fmla="*/ 0 h 90"/>
                <a:gd name="p0x1" fmla="*/ 120 w 120"/>
                <a:gd name="p0y1" fmla="*/ 0 h 90"/>
                <a:gd name="p0x2" fmla="*/ 120 w 120"/>
                <a:gd name="p0y2" fmla="*/ 90 h 90"/>
                <a:gd name="p0x3" fmla="*/ 0 w 120"/>
                <a:gd name="p0y3" fmla="*/ 0 h 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2" name="任意多边形 81"/>
            <p:cNvSpPr/>
            <p:nvPr>
              <p:custDataLst>
                <p:tags r:id="rId82"/>
              </p:custDataLst>
            </p:nvPr>
          </p:nvSpPr>
          <p:spPr>
            <a:xfrm>
              <a:off x="4335" y="8219"/>
              <a:ext cx="120" cy="90"/>
            </a:xfrm>
            <a:custGeom>
              <a:avLst/>
              <a:gdLst>
                <a:gd name="sw" fmla="*/ 1 w 120"/>
                <a:gd name="sh" fmla="*/ 1 h 90"/>
                <a:gd name="mins" fmla="min sw sh"/>
                <a:gd name="dsw" fmla="+- 0 sw mins"/>
                <a:gd name="dsh" fmla="+- 0 sh mins"/>
                <a:gd name="p0x0" fmla="*/ 120 w 120"/>
                <a:gd name="p0y0" fmla="*/ 90 h 90"/>
                <a:gd name="p0x1" fmla="*/ 0 w 120"/>
                <a:gd name="p0y1" fmla="*/ 90 h 90"/>
                <a:gd name="p0x2" fmla="*/ 120 w 120"/>
                <a:gd name="p0y2" fmla="*/ 0 h 90"/>
                <a:gd name="p0x3" fmla="*/ 120 w 120"/>
                <a:gd name="p0y3" fmla="*/ 90 h 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3" name="任意多边形 82"/>
            <p:cNvSpPr/>
            <p:nvPr>
              <p:custDataLst>
                <p:tags r:id="rId83"/>
              </p:custDataLst>
            </p:nvPr>
          </p:nvSpPr>
          <p:spPr>
            <a:xfrm>
              <a:off x="4335" y="8129"/>
              <a:ext cx="120" cy="180"/>
            </a:xfrm>
            <a:custGeom>
              <a:avLst/>
              <a:gdLst>
                <a:gd name="sw" fmla="*/ 1 w 120"/>
                <a:gd name="sh" fmla="*/ 1 h 180"/>
                <a:gd name="mins" fmla="min sw sh"/>
                <a:gd name="dsw" fmla="+- 0 sw mins"/>
                <a:gd name="dsh" fmla="+- 0 sh mins"/>
                <a:gd name="p0x0" fmla="*/ 0 w 120"/>
                <a:gd name="p0y0" fmla="*/ 180 h 180"/>
                <a:gd name="p0x1" fmla="*/ 0 w 120"/>
                <a:gd name="p0y1" fmla="*/ 0 h 180"/>
                <a:gd name="p0x2" fmla="*/ 120 w 120"/>
                <a:gd name="p0y2" fmla="*/ 90 h 180"/>
                <a:gd name="p0x3" fmla="*/ 0 w 120"/>
                <a:gd name="p0y3" fmla="*/ 18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5" name="任意多边形 84"/>
          <p:cNvSpPr/>
          <p:nvPr>
            <p:custDataLst>
              <p:tags r:id="rId84"/>
            </p:custDataLst>
          </p:nvPr>
        </p:nvSpPr>
        <p:spPr>
          <a:xfrm>
            <a:off x="2909570" y="4752340"/>
            <a:ext cx="523875" cy="523875"/>
          </a:xfrm>
          <a:custGeom>
            <a:avLst/>
            <a:gdLst>
              <a:gd name="sw" fmla="*/ 1 w 825"/>
              <a:gd name="sh" fmla="*/ 1 h 825"/>
              <a:gd name="mins" fmla="min sw sh"/>
              <a:gd name="dsw" fmla="+- 0 sw mins"/>
              <a:gd name="dsh" fmla="+- 0 sh mins"/>
              <a:gd name="p0x0" fmla="*/ 412 w 825"/>
              <a:gd name="p0y0" fmla="*/ 0 h 825"/>
              <a:gd name="p0x1" fmla="*/ 640 w 825"/>
              <a:gd name="p0y1" fmla="*/ 0 h 825"/>
              <a:gd name="p0x2" fmla="*/ 825 w 825"/>
              <a:gd name="p0y2" fmla="*/ 184 h 825"/>
              <a:gd name="p0x3" fmla="*/ 825 w 825"/>
              <a:gd name="p0y3" fmla="*/ 412 h 825"/>
              <a:gd name="p0x4" fmla="*/ 825 w 825"/>
              <a:gd name="p0y4" fmla="*/ 640 h 825"/>
              <a:gd name="p0x5" fmla="*/ 640 w 825"/>
              <a:gd name="p0y5" fmla="*/ 825 h 825"/>
              <a:gd name="p0x6" fmla="*/ 412 w 825"/>
              <a:gd name="p0y6" fmla="*/ 825 h 825"/>
              <a:gd name="p0x7" fmla="*/ 184 w 825"/>
              <a:gd name="p0y7" fmla="*/ 825 h 825"/>
              <a:gd name="p0x8" fmla="*/ 0 w 825"/>
              <a:gd name="p0y8" fmla="*/ 640 h 825"/>
              <a:gd name="p0x9" fmla="*/ 0 w 825"/>
              <a:gd name="p0y9" fmla="*/ 412 h 825"/>
              <a:gd name="p0x10" fmla="*/ 0 w 825"/>
              <a:gd name="p0y10" fmla="*/ 184 h 825"/>
              <a:gd name="p0x11" fmla="*/ 184 w 825"/>
              <a:gd name="p0y11" fmla="*/ 0 h 825"/>
              <a:gd name="p0x12" fmla="*/ 412 w 825"/>
              <a:gd name="p0y12" fmla="*/ 0 h 8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2563EB">
                <a:alpha val="3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文本框 85"/>
          <p:cNvSpPr txBox="1"/>
          <p:nvPr>
            <p:custDataLst>
              <p:tags r:id="rId85"/>
            </p:custDataLst>
          </p:nvPr>
        </p:nvSpPr>
        <p:spPr>
          <a:xfrm>
            <a:off x="3147695" y="4914208"/>
            <a:ext cx="28575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2563EB"/>
                </a:solidFill>
                <a:latin typeface="黑体" panose="02010609060101010101" charset="-122"/>
                <a:ea typeface="黑体" panose="02010609060101010101" charset="-122"/>
              </a:rPr>
              <a:t>4</a:t>
            </a:r>
            <a:endParaRPr sz="1500" b="1">
              <a:solidFill>
                <a:srgbClr val="2563E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7" name="文本框 86"/>
          <p:cNvSpPr txBox="1"/>
          <p:nvPr>
            <p:custDataLst>
              <p:tags r:id="rId86"/>
            </p:custDataLst>
          </p:nvPr>
        </p:nvSpPr>
        <p:spPr>
          <a:xfrm>
            <a:off x="2838450" y="5425383"/>
            <a:ext cx="666750" cy="1809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线索转化</a:t>
            </a:r>
            <a:endParaRPr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任意多边形 87"/>
          <p:cNvSpPr/>
          <p:nvPr>
            <p:custDataLst>
              <p:tags r:id="rId87"/>
            </p:custDataLst>
          </p:nvPr>
        </p:nvSpPr>
        <p:spPr>
          <a:xfrm>
            <a:off x="8615045" y="1071245"/>
            <a:ext cx="3190875" cy="1628775"/>
          </a:xfrm>
          <a:custGeom>
            <a:avLst/>
            <a:gdLst>
              <a:gd name="sw" fmla="*/ 1 w 5025"/>
              <a:gd name="sh" fmla="*/ 1 h 2565"/>
              <a:gd name="mins" fmla="min sw sh"/>
              <a:gd name="dsw" fmla="+- 0 sw mins"/>
              <a:gd name="dsh" fmla="+- 0 sh mins"/>
              <a:gd name="p0x0" fmla="*/ 180 w 5025"/>
              <a:gd name="p0y0" fmla="*/ 0 h 2565"/>
              <a:gd name="p0x1" fmla="*/ 4845 w 5025"/>
              <a:gd name="p0y1" fmla="*/ 0 h 2565"/>
              <a:gd name="p0x2" fmla="*/ 4944 w 5025"/>
              <a:gd name="p0y2" fmla="*/ 0 h 2565"/>
              <a:gd name="p0x3" fmla="*/ 5025 w 5025"/>
              <a:gd name="p0y3" fmla="*/ 80 h 2565"/>
              <a:gd name="p0x4" fmla="*/ 5025 w 5025"/>
              <a:gd name="p0y4" fmla="*/ 180 h 2565"/>
              <a:gd name="p0x5" fmla="*/ 5025 w 5025"/>
              <a:gd name="p0y5" fmla="*/ 2385 h 2565"/>
              <a:gd name="p0x6" fmla="*/ 5025 w 5025"/>
              <a:gd name="p0y6" fmla="*/ 2484 h 2565"/>
              <a:gd name="p0x7" fmla="*/ 4944 w 5025"/>
              <a:gd name="p0y7" fmla="*/ 2565 h 2565"/>
              <a:gd name="p0x8" fmla="*/ 4845 w 5025"/>
              <a:gd name="p0y8" fmla="*/ 2565 h 2565"/>
              <a:gd name="p0x9" fmla="*/ 180 w 5025"/>
              <a:gd name="p0y9" fmla="*/ 2565 h 2565"/>
              <a:gd name="p0x10" fmla="*/ 80 w 5025"/>
              <a:gd name="p0y10" fmla="*/ 2565 h 2565"/>
              <a:gd name="p0x11" fmla="*/ 0 w 5025"/>
              <a:gd name="p0y11" fmla="*/ 2484 h 2565"/>
              <a:gd name="p0x12" fmla="*/ 0 w 5025"/>
              <a:gd name="p0y12" fmla="*/ 2385 h 2565"/>
              <a:gd name="p0x13" fmla="*/ 0 w 5025"/>
              <a:gd name="p0y13" fmla="*/ 180 h 2565"/>
              <a:gd name="p0x14" fmla="*/ 0 w 5025"/>
              <a:gd name="p0y14" fmla="*/ 80 h 2565"/>
              <a:gd name="p0x15" fmla="*/ 80 w 5025"/>
              <a:gd name="p0y15" fmla="*/ 0 h 2565"/>
              <a:gd name="p0x16" fmla="*/ 180 w 5025"/>
              <a:gd name="p0y16" fmla="*/ 0 h 25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17145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9" name="文本框 88"/>
          <p:cNvSpPr txBox="1"/>
          <p:nvPr>
            <p:custDataLst>
              <p:tags r:id="rId88"/>
            </p:custDataLst>
          </p:nvPr>
        </p:nvSpPr>
        <p:spPr>
          <a:xfrm>
            <a:off x="9867900" y="1417320"/>
            <a:ext cx="1143000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3600" b="1">
                <a:solidFill>
                  <a:srgbClr val="2563EB"/>
                </a:solidFill>
                <a:latin typeface="黑体" panose="02010609060101010101" charset="-122"/>
                <a:ea typeface="黑体" panose="02010609060101010101" charset="-122"/>
              </a:rPr>
              <a:t>60%</a:t>
            </a:r>
            <a:endParaRPr sz="3600" b="1">
              <a:solidFill>
                <a:srgbClr val="2563E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0" name="文本框 89"/>
          <p:cNvSpPr txBox="1"/>
          <p:nvPr>
            <p:custDataLst>
              <p:tags r:id="rId89"/>
            </p:custDataLst>
          </p:nvPr>
        </p:nvSpPr>
        <p:spPr>
          <a:xfrm>
            <a:off x="9525000" y="2158365"/>
            <a:ext cx="13716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直播运营成本降低</a:t>
            </a:r>
            <a:endParaRPr sz="12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任意多边形 90"/>
          <p:cNvSpPr/>
          <p:nvPr>
            <p:custDataLst>
              <p:tags r:id="rId90"/>
            </p:custDataLst>
          </p:nvPr>
        </p:nvSpPr>
        <p:spPr>
          <a:xfrm>
            <a:off x="8615045" y="3109595"/>
            <a:ext cx="3190875" cy="1628775"/>
          </a:xfrm>
          <a:custGeom>
            <a:avLst/>
            <a:gdLst>
              <a:gd name="sw" fmla="*/ 1 w 5025"/>
              <a:gd name="sh" fmla="*/ 1 h 2565"/>
              <a:gd name="mins" fmla="min sw sh"/>
              <a:gd name="dsw" fmla="+- 0 sw mins"/>
              <a:gd name="dsh" fmla="+- 0 sh mins"/>
              <a:gd name="p0x0" fmla="*/ 180 w 5025"/>
              <a:gd name="p0y0" fmla="*/ 0 h 2565"/>
              <a:gd name="p0x1" fmla="*/ 4845 w 5025"/>
              <a:gd name="p0y1" fmla="*/ 0 h 2565"/>
              <a:gd name="p0x2" fmla="*/ 4944 w 5025"/>
              <a:gd name="p0y2" fmla="*/ 0 h 2565"/>
              <a:gd name="p0x3" fmla="*/ 5025 w 5025"/>
              <a:gd name="p0y3" fmla="*/ 80 h 2565"/>
              <a:gd name="p0x4" fmla="*/ 5025 w 5025"/>
              <a:gd name="p0y4" fmla="*/ 180 h 2565"/>
              <a:gd name="p0x5" fmla="*/ 5025 w 5025"/>
              <a:gd name="p0y5" fmla="*/ 2385 h 2565"/>
              <a:gd name="p0x6" fmla="*/ 5025 w 5025"/>
              <a:gd name="p0y6" fmla="*/ 2484 h 2565"/>
              <a:gd name="p0x7" fmla="*/ 4944 w 5025"/>
              <a:gd name="p0y7" fmla="*/ 2565 h 2565"/>
              <a:gd name="p0x8" fmla="*/ 4845 w 5025"/>
              <a:gd name="p0y8" fmla="*/ 2565 h 2565"/>
              <a:gd name="p0x9" fmla="*/ 180 w 5025"/>
              <a:gd name="p0y9" fmla="*/ 2565 h 2565"/>
              <a:gd name="p0x10" fmla="*/ 80 w 5025"/>
              <a:gd name="p0y10" fmla="*/ 2565 h 2565"/>
              <a:gd name="p0x11" fmla="*/ 0 w 5025"/>
              <a:gd name="p0y11" fmla="*/ 2484 h 2565"/>
              <a:gd name="p0x12" fmla="*/ 0 w 5025"/>
              <a:gd name="p0y12" fmla="*/ 2385 h 2565"/>
              <a:gd name="p0x13" fmla="*/ 0 w 5025"/>
              <a:gd name="p0y13" fmla="*/ 180 h 2565"/>
              <a:gd name="p0x14" fmla="*/ 0 w 5025"/>
              <a:gd name="p0y14" fmla="*/ 80 h 2565"/>
              <a:gd name="p0x15" fmla="*/ 80 w 5025"/>
              <a:gd name="p0y15" fmla="*/ 0 h 2565"/>
              <a:gd name="p0x16" fmla="*/ 180 w 5025"/>
              <a:gd name="p0y16" fmla="*/ 0 h 25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17145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文本框 91"/>
          <p:cNvSpPr txBox="1"/>
          <p:nvPr>
            <p:custDataLst>
              <p:tags r:id="rId91"/>
            </p:custDataLst>
          </p:nvPr>
        </p:nvSpPr>
        <p:spPr>
          <a:xfrm>
            <a:off x="9753600" y="3455670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3600" b="1">
                <a:solidFill>
                  <a:srgbClr val="2563EB"/>
                </a:solidFill>
                <a:latin typeface="黑体" panose="02010609060101010101" charset="-122"/>
                <a:ea typeface="黑体" panose="02010609060101010101" charset="-122"/>
              </a:rPr>
              <a:t>200%</a:t>
            </a:r>
            <a:endParaRPr sz="3600" b="1">
              <a:solidFill>
                <a:srgbClr val="2563E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3" name="文本框 92"/>
          <p:cNvSpPr txBox="1"/>
          <p:nvPr>
            <p:custDataLst>
              <p:tags r:id="rId92"/>
            </p:custDataLst>
          </p:nvPr>
        </p:nvSpPr>
        <p:spPr>
          <a:xfrm>
            <a:off x="9525000" y="4196715"/>
            <a:ext cx="13716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粉丝增长效率提升</a:t>
            </a:r>
            <a:endParaRPr sz="12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任意多边形 93"/>
          <p:cNvSpPr/>
          <p:nvPr>
            <p:custDataLst>
              <p:tags r:id="rId93"/>
            </p:custDataLst>
          </p:nvPr>
        </p:nvSpPr>
        <p:spPr>
          <a:xfrm>
            <a:off x="8615045" y="5147945"/>
            <a:ext cx="3190875" cy="1628775"/>
          </a:xfrm>
          <a:custGeom>
            <a:avLst/>
            <a:gdLst>
              <a:gd name="sw" fmla="*/ 1 w 5025"/>
              <a:gd name="sh" fmla="*/ 1 h 2565"/>
              <a:gd name="mins" fmla="min sw sh"/>
              <a:gd name="dsw" fmla="+- 0 sw mins"/>
              <a:gd name="dsh" fmla="+- 0 sh mins"/>
              <a:gd name="p0x0" fmla="*/ 180 w 5025"/>
              <a:gd name="p0y0" fmla="*/ 0 h 2565"/>
              <a:gd name="p0x1" fmla="*/ 4845 w 5025"/>
              <a:gd name="p0y1" fmla="*/ 0 h 2565"/>
              <a:gd name="p0x2" fmla="*/ 4944 w 5025"/>
              <a:gd name="p0y2" fmla="*/ 0 h 2565"/>
              <a:gd name="p0x3" fmla="*/ 5025 w 5025"/>
              <a:gd name="p0y3" fmla="*/ 80 h 2565"/>
              <a:gd name="p0x4" fmla="*/ 5025 w 5025"/>
              <a:gd name="p0y4" fmla="*/ 180 h 2565"/>
              <a:gd name="p0x5" fmla="*/ 5025 w 5025"/>
              <a:gd name="p0y5" fmla="*/ 2385 h 2565"/>
              <a:gd name="p0x6" fmla="*/ 5025 w 5025"/>
              <a:gd name="p0y6" fmla="*/ 2484 h 2565"/>
              <a:gd name="p0x7" fmla="*/ 4944 w 5025"/>
              <a:gd name="p0y7" fmla="*/ 2565 h 2565"/>
              <a:gd name="p0x8" fmla="*/ 4845 w 5025"/>
              <a:gd name="p0y8" fmla="*/ 2565 h 2565"/>
              <a:gd name="p0x9" fmla="*/ 180 w 5025"/>
              <a:gd name="p0y9" fmla="*/ 2565 h 2565"/>
              <a:gd name="p0x10" fmla="*/ 80 w 5025"/>
              <a:gd name="p0y10" fmla="*/ 2565 h 2565"/>
              <a:gd name="p0x11" fmla="*/ 0 w 5025"/>
              <a:gd name="p0y11" fmla="*/ 2484 h 2565"/>
              <a:gd name="p0x12" fmla="*/ 0 w 5025"/>
              <a:gd name="p0y12" fmla="*/ 2385 h 2565"/>
              <a:gd name="p0x13" fmla="*/ 0 w 5025"/>
              <a:gd name="p0y13" fmla="*/ 180 h 2565"/>
              <a:gd name="p0x14" fmla="*/ 0 w 5025"/>
              <a:gd name="p0y14" fmla="*/ 80 h 2565"/>
              <a:gd name="p0x15" fmla="*/ 80 w 5025"/>
              <a:gd name="p0y15" fmla="*/ 0 h 2565"/>
              <a:gd name="p0x16" fmla="*/ 180 w 5025"/>
              <a:gd name="p0y16" fmla="*/ 0 h 25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17145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5" name="文本框 94"/>
          <p:cNvSpPr txBox="1"/>
          <p:nvPr>
            <p:custDataLst>
              <p:tags r:id="rId94"/>
            </p:custDataLst>
          </p:nvPr>
        </p:nvSpPr>
        <p:spPr>
          <a:xfrm>
            <a:off x="9753600" y="5494020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en-US" sz="3600" b="1">
                <a:solidFill>
                  <a:srgbClr val="2563EB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10</a:t>
            </a:r>
            <a:r>
              <a:rPr lang="zh-CN" sz="3600" b="1">
                <a:solidFill>
                  <a:srgbClr val="2563EB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倍</a:t>
            </a:r>
            <a:endParaRPr lang="zh-CN" sz="3600" b="1">
              <a:solidFill>
                <a:srgbClr val="2563EB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6" name="文本框 95"/>
          <p:cNvSpPr txBox="1"/>
          <p:nvPr>
            <p:custDataLst>
              <p:tags r:id="rId95"/>
            </p:custDataLst>
          </p:nvPr>
        </p:nvSpPr>
        <p:spPr>
          <a:xfrm>
            <a:off x="9448800" y="6235065"/>
            <a:ext cx="15240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短视频生产效率提升</a:t>
            </a:r>
            <a:endParaRPr sz="12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文本框 96"/>
          <p:cNvSpPr txBox="1"/>
          <p:nvPr>
            <p:custDataLst>
              <p:tags r:id="rId96"/>
            </p:custDataLst>
          </p:nvPr>
        </p:nvSpPr>
        <p:spPr>
          <a:xfrm>
            <a:off x="704850" y="5734310"/>
            <a:ext cx="7524750" cy="2800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</a:t>
            </a:r>
            <a:r>
              <a:rPr lang="en-US" altLang="zh-CN"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获客机器人</a:t>
            </a:r>
            <a:endParaRPr lang="zh-CN" altLang="en-US"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任意多边形 98"/>
          <p:cNvSpPr/>
          <p:nvPr>
            <p:custDataLst>
              <p:tags r:id="rId97"/>
            </p:custDataLst>
          </p:nvPr>
        </p:nvSpPr>
        <p:spPr>
          <a:xfrm>
            <a:off x="623570" y="6088380"/>
            <a:ext cx="523875" cy="523875"/>
          </a:xfrm>
          <a:custGeom>
            <a:avLst/>
            <a:gdLst>
              <a:gd name="sw" fmla="*/ 1 w 825"/>
              <a:gd name="sh" fmla="*/ 1 h 825"/>
              <a:gd name="mins" fmla="min sw sh"/>
              <a:gd name="dsw" fmla="+- 0 sw mins"/>
              <a:gd name="dsh" fmla="+- 0 sh mins"/>
              <a:gd name="p0x0" fmla="*/ 412 w 825"/>
              <a:gd name="p0y0" fmla="*/ 0 h 825"/>
              <a:gd name="p0x1" fmla="*/ 640 w 825"/>
              <a:gd name="p0y1" fmla="*/ 0 h 825"/>
              <a:gd name="p0x2" fmla="*/ 825 w 825"/>
              <a:gd name="p0y2" fmla="*/ 184 h 825"/>
              <a:gd name="p0x3" fmla="*/ 825 w 825"/>
              <a:gd name="p0y3" fmla="*/ 412 h 825"/>
              <a:gd name="p0x4" fmla="*/ 825 w 825"/>
              <a:gd name="p0y4" fmla="*/ 640 h 825"/>
              <a:gd name="p0x5" fmla="*/ 640 w 825"/>
              <a:gd name="p0y5" fmla="*/ 825 h 825"/>
              <a:gd name="p0x6" fmla="*/ 412 w 825"/>
              <a:gd name="p0y6" fmla="*/ 825 h 825"/>
              <a:gd name="p0x7" fmla="*/ 184 w 825"/>
              <a:gd name="p0y7" fmla="*/ 825 h 825"/>
              <a:gd name="p0x8" fmla="*/ 0 w 825"/>
              <a:gd name="p0y8" fmla="*/ 640 h 825"/>
              <a:gd name="p0x9" fmla="*/ 0 w 825"/>
              <a:gd name="p0y9" fmla="*/ 412 h 825"/>
              <a:gd name="p0x10" fmla="*/ 0 w 825"/>
              <a:gd name="p0y10" fmla="*/ 184 h 825"/>
              <a:gd name="p0x11" fmla="*/ 184 w 825"/>
              <a:gd name="p0y11" fmla="*/ 0 h 825"/>
              <a:gd name="p0x12" fmla="*/ 412 w 825"/>
              <a:gd name="p0y12" fmla="*/ 0 h 8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2563EB">
                <a:alpha val="3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文本框 99"/>
          <p:cNvSpPr txBox="1"/>
          <p:nvPr>
            <p:custDataLst>
              <p:tags r:id="rId98"/>
            </p:custDataLst>
          </p:nvPr>
        </p:nvSpPr>
        <p:spPr>
          <a:xfrm>
            <a:off x="561975" y="6676968"/>
            <a:ext cx="666750" cy="1809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智能剪辑</a:t>
            </a:r>
            <a:endParaRPr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01" name="组合 100"/>
          <p:cNvGrpSpPr/>
          <p:nvPr>
            <p:custDataLst>
              <p:tags r:id="rId99"/>
            </p:custDataLst>
          </p:nvPr>
        </p:nvGrpSpPr>
        <p:grpSpPr>
          <a:xfrm>
            <a:off x="1238250" y="6423660"/>
            <a:ext cx="76200" cy="114300"/>
            <a:chOff x="1935" y="8129"/>
            <a:chExt cx="120" cy="180"/>
          </a:xfrm>
        </p:grpSpPr>
        <p:sp>
          <p:nvSpPr>
            <p:cNvPr id="102" name="任意多边形 101"/>
            <p:cNvSpPr/>
            <p:nvPr>
              <p:custDataLst>
                <p:tags r:id="rId100"/>
              </p:custDataLst>
            </p:nvPr>
          </p:nvSpPr>
          <p:spPr>
            <a:xfrm>
              <a:off x="1935" y="8129"/>
              <a:ext cx="120" cy="180"/>
            </a:xfrm>
            <a:custGeom>
              <a:avLst/>
              <a:gdLst>
                <a:gd name="sw" fmla="*/ 1 w 120"/>
                <a:gd name="sh" fmla="*/ 1 h 180"/>
                <a:gd name="mins" fmla="min sw sh"/>
                <a:gd name="dsw" fmla="+- 0 sw mins"/>
                <a:gd name="dsh" fmla="+- 0 sh mins"/>
                <a:gd name="p0x0" fmla="*/ 0 w 120"/>
                <a:gd name="p0y0" fmla="*/ 0 h 180"/>
                <a:gd name="p0x1" fmla="*/ 120 w 120"/>
                <a:gd name="p0y1" fmla="*/ 0 h 180"/>
                <a:gd name="p0x2" fmla="*/ 120 w 120"/>
                <a:gd name="p0y2" fmla="*/ 180 h 180"/>
                <a:gd name="p0x3" fmla="*/ 0 w 120"/>
                <a:gd name="p0y3" fmla="*/ 180 h 180"/>
                <a:gd name="p0x4" fmla="*/ 0 w 120"/>
                <a:gd name="p0y4" fmla="*/ 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3" name="任意多边形 102"/>
            <p:cNvSpPr/>
            <p:nvPr>
              <p:custDataLst>
                <p:tags r:id="rId101"/>
              </p:custDataLst>
            </p:nvPr>
          </p:nvSpPr>
          <p:spPr>
            <a:xfrm>
              <a:off x="1935" y="8129"/>
              <a:ext cx="120" cy="90"/>
            </a:xfrm>
            <a:custGeom>
              <a:avLst/>
              <a:gdLst>
                <a:gd name="sw" fmla="*/ 1 w 120"/>
                <a:gd name="sh" fmla="*/ 1 h 90"/>
                <a:gd name="mins" fmla="min sw sh"/>
                <a:gd name="dsw" fmla="+- 0 sw mins"/>
                <a:gd name="dsh" fmla="+- 0 sh mins"/>
                <a:gd name="p0x0" fmla="*/ 0 w 120"/>
                <a:gd name="p0y0" fmla="*/ 0 h 90"/>
                <a:gd name="p0x1" fmla="*/ 120 w 120"/>
                <a:gd name="p0y1" fmla="*/ 0 h 90"/>
                <a:gd name="p0x2" fmla="*/ 120 w 120"/>
                <a:gd name="p0y2" fmla="*/ 90 h 90"/>
                <a:gd name="p0x3" fmla="*/ 0 w 120"/>
                <a:gd name="p0y3" fmla="*/ 0 h 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4" name="任意多边形 103"/>
            <p:cNvSpPr/>
            <p:nvPr>
              <p:custDataLst>
                <p:tags r:id="rId102"/>
              </p:custDataLst>
            </p:nvPr>
          </p:nvSpPr>
          <p:spPr>
            <a:xfrm>
              <a:off x="1935" y="8219"/>
              <a:ext cx="120" cy="90"/>
            </a:xfrm>
            <a:custGeom>
              <a:avLst/>
              <a:gdLst>
                <a:gd name="sw" fmla="*/ 1 w 120"/>
                <a:gd name="sh" fmla="*/ 1 h 90"/>
                <a:gd name="mins" fmla="min sw sh"/>
                <a:gd name="dsw" fmla="+- 0 sw mins"/>
                <a:gd name="dsh" fmla="+- 0 sh mins"/>
                <a:gd name="p0x0" fmla="*/ 120 w 120"/>
                <a:gd name="p0y0" fmla="*/ 90 h 90"/>
                <a:gd name="p0x1" fmla="*/ 0 w 120"/>
                <a:gd name="p0y1" fmla="*/ 90 h 90"/>
                <a:gd name="p0x2" fmla="*/ 120 w 120"/>
                <a:gd name="p0y2" fmla="*/ 0 h 90"/>
                <a:gd name="p0x3" fmla="*/ 120 w 120"/>
                <a:gd name="p0y3" fmla="*/ 90 h 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5" name="任意多边形 104"/>
            <p:cNvSpPr/>
            <p:nvPr>
              <p:custDataLst>
                <p:tags r:id="rId103"/>
              </p:custDataLst>
            </p:nvPr>
          </p:nvSpPr>
          <p:spPr>
            <a:xfrm>
              <a:off x="1935" y="8129"/>
              <a:ext cx="120" cy="180"/>
            </a:xfrm>
            <a:custGeom>
              <a:avLst/>
              <a:gdLst>
                <a:gd name="sw" fmla="*/ 1 w 120"/>
                <a:gd name="sh" fmla="*/ 1 h 180"/>
                <a:gd name="mins" fmla="min sw sh"/>
                <a:gd name="dsw" fmla="+- 0 sw mins"/>
                <a:gd name="dsh" fmla="+- 0 sh mins"/>
                <a:gd name="p0x0" fmla="*/ 0 w 120"/>
                <a:gd name="p0y0" fmla="*/ 180 h 180"/>
                <a:gd name="p0x1" fmla="*/ 0 w 120"/>
                <a:gd name="p0y1" fmla="*/ 0 h 180"/>
                <a:gd name="p0x2" fmla="*/ 120 w 120"/>
                <a:gd name="p0y2" fmla="*/ 90 h 180"/>
                <a:gd name="p0x3" fmla="*/ 0 w 120"/>
                <a:gd name="p0y3" fmla="*/ 18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06" name="任意多边形 105"/>
          <p:cNvSpPr/>
          <p:nvPr>
            <p:custDataLst>
              <p:tags r:id="rId104"/>
            </p:custDataLst>
          </p:nvPr>
        </p:nvSpPr>
        <p:spPr>
          <a:xfrm>
            <a:off x="1428750" y="6088380"/>
            <a:ext cx="523875" cy="523875"/>
          </a:xfrm>
          <a:custGeom>
            <a:avLst/>
            <a:gdLst>
              <a:gd name="sw" fmla="*/ 1 w 825"/>
              <a:gd name="sh" fmla="*/ 1 h 825"/>
              <a:gd name="mins" fmla="min sw sh"/>
              <a:gd name="dsw" fmla="+- 0 sw mins"/>
              <a:gd name="dsh" fmla="+- 0 sh mins"/>
              <a:gd name="p0x0" fmla="*/ 412 w 825"/>
              <a:gd name="p0y0" fmla="*/ 0 h 825"/>
              <a:gd name="p0x1" fmla="*/ 640 w 825"/>
              <a:gd name="p0y1" fmla="*/ 0 h 825"/>
              <a:gd name="p0x2" fmla="*/ 825 w 825"/>
              <a:gd name="p0y2" fmla="*/ 184 h 825"/>
              <a:gd name="p0x3" fmla="*/ 825 w 825"/>
              <a:gd name="p0y3" fmla="*/ 412 h 825"/>
              <a:gd name="p0x4" fmla="*/ 825 w 825"/>
              <a:gd name="p0y4" fmla="*/ 640 h 825"/>
              <a:gd name="p0x5" fmla="*/ 640 w 825"/>
              <a:gd name="p0y5" fmla="*/ 825 h 825"/>
              <a:gd name="p0x6" fmla="*/ 412 w 825"/>
              <a:gd name="p0y6" fmla="*/ 825 h 825"/>
              <a:gd name="p0x7" fmla="*/ 184 w 825"/>
              <a:gd name="p0y7" fmla="*/ 825 h 825"/>
              <a:gd name="p0x8" fmla="*/ 0 w 825"/>
              <a:gd name="p0y8" fmla="*/ 640 h 825"/>
              <a:gd name="p0x9" fmla="*/ 0 w 825"/>
              <a:gd name="p0y9" fmla="*/ 412 h 825"/>
              <a:gd name="p0x10" fmla="*/ 0 w 825"/>
              <a:gd name="p0y10" fmla="*/ 184 h 825"/>
              <a:gd name="p0x11" fmla="*/ 184 w 825"/>
              <a:gd name="p0y11" fmla="*/ 0 h 825"/>
              <a:gd name="p0x12" fmla="*/ 412 w 825"/>
              <a:gd name="p0y12" fmla="*/ 0 h 8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2563EB">
                <a:alpha val="3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7" name="任意多边形 106"/>
          <p:cNvSpPr/>
          <p:nvPr>
            <p:custDataLst>
              <p:tags r:id="rId105"/>
            </p:custDataLst>
          </p:nvPr>
        </p:nvSpPr>
        <p:spPr>
          <a:xfrm>
            <a:off x="2200275" y="6088380"/>
            <a:ext cx="523875" cy="523875"/>
          </a:xfrm>
          <a:custGeom>
            <a:avLst/>
            <a:gdLst>
              <a:gd name="sw" fmla="*/ 1 w 825"/>
              <a:gd name="sh" fmla="*/ 1 h 825"/>
              <a:gd name="mins" fmla="min sw sh"/>
              <a:gd name="dsw" fmla="+- 0 sw mins"/>
              <a:gd name="dsh" fmla="+- 0 sh mins"/>
              <a:gd name="p0x0" fmla="*/ 412 w 825"/>
              <a:gd name="p0y0" fmla="*/ 0 h 825"/>
              <a:gd name="p0x1" fmla="*/ 640 w 825"/>
              <a:gd name="p0y1" fmla="*/ 0 h 825"/>
              <a:gd name="p0x2" fmla="*/ 825 w 825"/>
              <a:gd name="p0y2" fmla="*/ 184 h 825"/>
              <a:gd name="p0x3" fmla="*/ 825 w 825"/>
              <a:gd name="p0y3" fmla="*/ 412 h 825"/>
              <a:gd name="p0x4" fmla="*/ 825 w 825"/>
              <a:gd name="p0y4" fmla="*/ 640 h 825"/>
              <a:gd name="p0x5" fmla="*/ 640 w 825"/>
              <a:gd name="p0y5" fmla="*/ 825 h 825"/>
              <a:gd name="p0x6" fmla="*/ 412 w 825"/>
              <a:gd name="p0y6" fmla="*/ 825 h 825"/>
              <a:gd name="p0x7" fmla="*/ 184 w 825"/>
              <a:gd name="p0y7" fmla="*/ 825 h 825"/>
              <a:gd name="p0x8" fmla="*/ 0 w 825"/>
              <a:gd name="p0y8" fmla="*/ 640 h 825"/>
              <a:gd name="p0x9" fmla="*/ 0 w 825"/>
              <a:gd name="p0y9" fmla="*/ 412 h 825"/>
              <a:gd name="p0x10" fmla="*/ 0 w 825"/>
              <a:gd name="p0y10" fmla="*/ 184 h 825"/>
              <a:gd name="p0x11" fmla="*/ 184 w 825"/>
              <a:gd name="p0y11" fmla="*/ 0 h 825"/>
              <a:gd name="p0x12" fmla="*/ 412 w 825"/>
              <a:gd name="p0y12" fmla="*/ 0 h 8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2563EB">
                <a:alpha val="3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08" name="组合 107"/>
          <p:cNvGrpSpPr/>
          <p:nvPr>
            <p:custDataLst>
              <p:tags r:id="rId106"/>
            </p:custDataLst>
          </p:nvPr>
        </p:nvGrpSpPr>
        <p:grpSpPr>
          <a:xfrm>
            <a:off x="2038350" y="6423660"/>
            <a:ext cx="76200" cy="114300"/>
            <a:chOff x="3135" y="8129"/>
            <a:chExt cx="120" cy="180"/>
          </a:xfrm>
        </p:grpSpPr>
        <p:sp>
          <p:nvSpPr>
            <p:cNvPr id="109" name="任意多边形 108"/>
            <p:cNvSpPr/>
            <p:nvPr>
              <p:custDataLst>
                <p:tags r:id="rId107"/>
              </p:custDataLst>
            </p:nvPr>
          </p:nvSpPr>
          <p:spPr>
            <a:xfrm>
              <a:off x="3135" y="8129"/>
              <a:ext cx="120" cy="180"/>
            </a:xfrm>
            <a:custGeom>
              <a:avLst/>
              <a:gdLst>
                <a:gd name="sw" fmla="*/ 1 w 120"/>
                <a:gd name="sh" fmla="*/ 1 h 180"/>
                <a:gd name="mins" fmla="min sw sh"/>
                <a:gd name="dsw" fmla="+- 0 sw mins"/>
                <a:gd name="dsh" fmla="+- 0 sh mins"/>
                <a:gd name="p0x0" fmla="*/ 0 w 120"/>
                <a:gd name="p0y0" fmla="*/ 0 h 180"/>
                <a:gd name="p0x1" fmla="*/ 120 w 120"/>
                <a:gd name="p0y1" fmla="*/ 0 h 180"/>
                <a:gd name="p0x2" fmla="*/ 120 w 120"/>
                <a:gd name="p0y2" fmla="*/ 180 h 180"/>
                <a:gd name="p0x3" fmla="*/ 0 w 120"/>
                <a:gd name="p0y3" fmla="*/ 180 h 180"/>
                <a:gd name="p0x4" fmla="*/ 0 w 120"/>
                <a:gd name="p0y4" fmla="*/ 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0" name="任意多边形 109"/>
            <p:cNvSpPr/>
            <p:nvPr>
              <p:custDataLst>
                <p:tags r:id="rId108"/>
              </p:custDataLst>
            </p:nvPr>
          </p:nvSpPr>
          <p:spPr>
            <a:xfrm>
              <a:off x="3135" y="8129"/>
              <a:ext cx="120" cy="90"/>
            </a:xfrm>
            <a:custGeom>
              <a:avLst/>
              <a:gdLst>
                <a:gd name="sw" fmla="*/ 1 w 120"/>
                <a:gd name="sh" fmla="*/ 1 h 90"/>
                <a:gd name="mins" fmla="min sw sh"/>
                <a:gd name="dsw" fmla="+- 0 sw mins"/>
                <a:gd name="dsh" fmla="+- 0 sh mins"/>
                <a:gd name="p0x0" fmla="*/ 0 w 120"/>
                <a:gd name="p0y0" fmla="*/ 0 h 90"/>
                <a:gd name="p0x1" fmla="*/ 120 w 120"/>
                <a:gd name="p0y1" fmla="*/ 0 h 90"/>
                <a:gd name="p0x2" fmla="*/ 120 w 120"/>
                <a:gd name="p0y2" fmla="*/ 90 h 90"/>
                <a:gd name="p0x3" fmla="*/ 0 w 120"/>
                <a:gd name="p0y3" fmla="*/ 0 h 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1" name="任意多边形 110"/>
            <p:cNvSpPr/>
            <p:nvPr>
              <p:custDataLst>
                <p:tags r:id="rId109"/>
              </p:custDataLst>
            </p:nvPr>
          </p:nvSpPr>
          <p:spPr>
            <a:xfrm>
              <a:off x="3135" y="8219"/>
              <a:ext cx="120" cy="90"/>
            </a:xfrm>
            <a:custGeom>
              <a:avLst/>
              <a:gdLst>
                <a:gd name="sw" fmla="*/ 1 w 120"/>
                <a:gd name="sh" fmla="*/ 1 h 90"/>
                <a:gd name="mins" fmla="min sw sh"/>
                <a:gd name="dsw" fmla="+- 0 sw mins"/>
                <a:gd name="dsh" fmla="+- 0 sh mins"/>
                <a:gd name="p0x0" fmla="*/ 120 w 120"/>
                <a:gd name="p0y0" fmla="*/ 90 h 90"/>
                <a:gd name="p0x1" fmla="*/ 0 w 120"/>
                <a:gd name="p0y1" fmla="*/ 90 h 90"/>
                <a:gd name="p0x2" fmla="*/ 120 w 120"/>
                <a:gd name="p0y2" fmla="*/ 0 h 90"/>
                <a:gd name="p0x3" fmla="*/ 120 w 120"/>
                <a:gd name="p0y3" fmla="*/ 90 h 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2" name="任意多边形 111"/>
            <p:cNvSpPr/>
            <p:nvPr>
              <p:custDataLst>
                <p:tags r:id="rId110"/>
              </p:custDataLst>
            </p:nvPr>
          </p:nvSpPr>
          <p:spPr>
            <a:xfrm>
              <a:off x="3135" y="8129"/>
              <a:ext cx="120" cy="180"/>
            </a:xfrm>
            <a:custGeom>
              <a:avLst/>
              <a:gdLst>
                <a:gd name="sw" fmla="*/ 1 w 120"/>
                <a:gd name="sh" fmla="*/ 1 h 180"/>
                <a:gd name="mins" fmla="min sw sh"/>
                <a:gd name="dsw" fmla="+- 0 sw mins"/>
                <a:gd name="dsh" fmla="+- 0 sh mins"/>
                <a:gd name="p0x0" fmla="*/ 0 w 120"/>
                <a:gd name="p0y0" fmla="*/ 180 h 180"/>
                <a:gd name="p0x1" fmla="*/ 0 w 120"/>
                <a:gd name="p0y1" fmla="*/ 0 h 180"/>
                <a:gd name="p0x2" fmla="*/ 120 w 120"/>
                <a:gd name="p0y2" fmla="*/ 90 h 180"/>
                <a:gd name="p0x3" fmla="*/ 0 w 120"/>
                <a:gd name="p0y3" fmla="*/ 18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3" name="任意多边形 112"/>
          <p:cNvSpPr/>
          <p:nvPr>
            <p:custDataLst>
              <p:tags r:id="rId111"/>
            </p:custDataLst>
          </p:nvPr>
        </p:nvSpPr>
        <p:spPr>
          <a:xfrm>
            <a:off x="2909570" y="6088380"/>
            <a:ext cx="523875" cy="523875"/>
          </a:xfrm>
          <a:custGeom>
            <a:avLst/>
            <a:gdLst>
              <a:gd name="sw" fmla="*/ 1 w 825"/>
              <a:gd name="sh" fmla="*/ 1 h 825"/>
              <a:gd name="mins" fmla="min sw sh"/>
              <a:gd name="dsw" fmla="+- 0 sw mins"/>
              <a:gd name="dsh" fmla="+- 0 sh mins"/>
              <a:gd name="p0x0" fmla="*/ 412 w 825"/>
              <a:gd name="p0y0" fmla="*/ 0 h 825"/>
              <a:gd name="p0x1" fmla="*/ 640 w 825"/>
              <a:gd name="p0y1" fmla="*/ 0 h 825"/>
              <a:gd name="p0x2" fmla="*/ 825 w 825"/>
              <a:gd name="p0y2" fmla="*/ 184 h 825"/>
              <a:gd name="p0x3" fmla="*/ 825 w 825"/>
              <a:gd name="p0y3" fmla="*/ 412 h 825"/>
              <a:gd name="p0x4" fmla="*/ 825 w 825"/>
              <a:gd name="p0y4" fmla="*/ 640 h 825"/>
              <a:gd name="p0x5" fmla="*/ 640 w 825"/>
              <a:gd name="p0y5" fmla="*/ 825 h 825"/>
              <a:gd name="p0x6" fmla="*/ 412 w 825"/>
              <a:gd name="p0y6" fmla="*/ 825 h 825"/>
              <a:gd name="p0x7" fmla="*/ 184 w 825"/>
              <a:gd name="p0y7" fmla="*/ 825 h 825"/>
              <a:gd name="p0x8" fmla="*/ 0 w 825"/>
              <a:gd name="p0y8" fmla="*/ 640 h 825"/>
              <a:gd name="p0x9" fmla="*/ 0 w 825"/>
              <a:gd name="p0y9" fmla="*/ 412 h 825"/>
              <a:gd name="p0x10" fmla="*/ 0 w 825"/>
              <a:gd name="p0y10" fmla="*/ 184 h 825"/>
              <a:gd name="p0x11" fmla="*/ 184 w 825"/>
              <a:gd name="p0y11" fmla="*/ 0 h 825"/>
              <a:gd name="p0x12" fmla="*/ 412 w 825"/>
              <a:gd name="p0y12" fmla="*/ 0 h 8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2563EB">
                <a:alpha val="3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14" name="组合 113"/>
          <p:cNvGrpSpPr/>
          <p:nvPr>
            <p:custDataLst>
              <p:tags r:id="rId112"/>
            </p:custDataLst>
          </p:nvPr>
        </p:nvGrpSpPr>
        <p:grpSpPr>
          <a:xfrm>
            <a:off x="2762250" y="6423660"/>
            <a:ext cx="76200" cy="114300"/>
            <a:chOff x="4335" y="8129"/>
            <a:chExt cx="120" cy="180"/>
          </a:xfrm>
        </p:grpSpPr>
        <p:sp>
          <p:nvSpPr>
            <p:cNvPr id="115" name="任意多边形 114"/>
            <p:cNvSpPr/>
            <p:nvPr>
              <p:custDataLst>
                <p:tags r:id="rId113"/>
              </p:custDataLst>
            </p:nvPr>
          </p:nvSpPr>
          <p:spPr>
            <a:xfrm>
              <a:off x="4335" y="8129"/>
              <a:ext cx="120" cy="180"/>
            </a:xfrm>
            <a:custGeom>
              <a:avLst/>
              <a:gdLst>
                <a:gd name="sw" fmla="*/ 1 w 120"/>
                <a:gd name="sh" fmla="*/ 1 h 180"/>
                <a:gd name="mins" fmla="min sw sh"/>
                <a:gd name="dsw" fmla="+- 0 sw mins"/>
                <a:gd name="dsh" fmla="+- 0 sh mins"/>
                <a:gd name="p0x0" fmla="*/ 0 w 120"/>
                <a:gd name="p0y0" fmla="*/ 0 h 180"/>
                <a:gd name="p0x1" fmla="*/ 120 w 120"/>
                <a:gd name="p0y1" fmla="*/ 0 h 180"/>
                <a:gd name="p0x2" fmla="*/ 120 w 120"/>
                <a:gd name="p0y2" fmla="*/ 180 h 180"/>
                <a:gd name="p0x3" fmla="*/ 0 w 120"/>
                <a:gd name="p0y3" fmla="*/ 180 h 180"/>
                <a:gd name="p0x4" fmla="*/ 0 w 120"/>
                <a:gd name="p0y4" fmla="*/ 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6" name="任意多边形 115"/>
            <p:cNvSpPr/>
            <p:nvPr>
              <p:custDataLst>
                <p:tags r:id="rId114"/>
              </p:custDataLst>
            </p:nvPr>
          </p:nvSpPr>
          <p:spPr>
            <a:xfrm>
              <a:off x="4335" y="8129"/>
              <a:ext cx="120" cy="90"/>
            </a:xfrm>
            <a:custGeom>
              <a:avLst/>
              <a:gdLst>
                <a:gd name="sw" fmla="*/ 1 w 120"/>
                <a:gd name="sh" fmla="*/ 1 h 90"/>
                <a:gd name="mins" fmla="min sw sh"/>
                <a:gd name="dsw" fmla="+- 0 sw mins"/>
                <a:gd name="dsh" fmla="+- 0 sh mins"/>
                <a:gd name="p0x0" fmla="*/ 0 w 120"/>
                <a:gd name="p0y0" fmla="*/ 0 h 90"/>
                <a:gd name="p0x1" fmla="*/ 120 w 120"/>
                <a:gd name="p0y1" fmla="*/ 0 h 90"/>
                <a:gd name="p0x2" fmla="*/ 120 w 120"/>
                <a:gd name="p0y2" fmla="*/ 90 h 90"/>
                <a:gd name="p0x3" fmla="*/ 0 w 120"/>
                <a:gd name="p0y3" fmla="*/ 0 h 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7" name="任意多边形 116"/>
            <p:cNvSpPr/>
            <p:nvPr>
              <p:custDataLst>
                <p:tags r:id="rId115"/>
              </p:custDataLst>
            </p:nvPr>
          </p:nvSpPr>
          <p:spPr>
            <a:xfrm>
              <a:off x="4335" y="8219"/>
              <a:ext cx="120" cy="90"/>
            </a:xfrm>
            <a:custGeom>
              <a:avLst/>
              <a:gdLst>
                <a:gd name="sw" fmla="*/ 1 w 120"/>
                <a:gd name="sh" fmla="*/ 1 h 90"/>
                <a:gd name="mins" fmla="min sw sh"/>
                <a:gd name="dsw" fmla="+- 0 sw mins"/>
                <a:gd name="dsh" fmla="+- 0 sh mins"/>
                <a:gd name="p0x0" fmla="*/ 120 w 120"/>
                <a:gd name="p0y0" fmla="*/ 90 h 90"/>
                <a:gd name="p0x1" fmla="*/ 0 w 120"/>
                <a:gd name="p0y1" fmla="*/ 90 h 90"/>
                <a:gd name="p0x2" fmla="*/ 120 w 120"/>
                <a:gd name="p0y2" fmla="*/ 0 h 90"/>
                <a:gd name="p0x3" fmla="*/ 120 w 120"/>
                <a:gd name="p0y3" fmla="*/ 90 h 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8" name="任意多边形 117"/>
            <p:cNvSpPr/>
            <p:nvPr>
              <p:custDataLst>
                <p:tags r:id="rId116"/>
              </p:custDataLst>
            </p:nvPr>
          </p:nvSpPr>
          <p:spPr>
            <a:xfrm>
              <a:off x="4335" y="8129"/>
              <a:ext cx="120" cy="180"/>
            </a:xfrm>
            <a:custGeom>
              <a:avLst/>
              <a:gdLst>
                <a:gd name="sw" fmla="*/ 1 w 120"/>
                <a:gd name="sh" fmla="*/ 1 h 180"/>
                <a:gd name="mins" fmla="min sw sh"/>
                <a:gd name="dsw" fmla="+- 0 sw mins"/>
                <a:gd name="dsh" fmla="+- 0 sh mins"/>
                <a:gd name="p0x0" fmla="*/ 0 w 120"/>
                <a:gd name="p0y0" fmla="*/ 180 h 180"/>
                <a:gd name="p0x1" fmla="*/ 0 w 120"/>
                <a:gd name="p0y1" fmla="*/ 0 h 180"/>
                <a:gd name="p0x2" fmla="*/ 120 w 120"/>
                <a:gd name="p0y2" fmla="*/ 90 h 180"/>
                <a:gd name="p0x3" fmla="*/ 0 w 120"/>
                <a:gd name="p0y3" fmla="*/ 18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9" name="文本框 118"/>
          <p:cNvSpPr txBox="1"/>
          <p:nvPr>
            <p:custDataLst>
              <p:tags r:id="rId117"/>
            </p:custDataLst>
          </p:nvPr>
        </p:nvSpPr>
        <p:spPr>
          <a:xfrm>
            <a:off x="838200" y="6290253"/>
            <a:ext cx="28575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2563EB"/>
                </a:solidFill>
                <a:latin typeface="黑体" panose="02010609060101010101" charset="-122"/>
                <a:ea typeface="黑体" panose="02010609060101010101" charset="-122"/>
              </a:rPr>
              <a:t>1</a:t>
            </a:r>
            <a:endParaRPr sz="1500" b="1">
              <a:solidFill>
                <a:srgbClr val="2563E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0" name="文本框 119"/>
          <p:cNvSpPr txBox="1"/>
          <p:nvPr>
            <p:custDataLst>
              <p:tags r:id="rId118"/>
            </p:custDataLst>
          </p:nvPr>
        </p:nvSpPr>
        <p:spPr>
          <a:xfrm>
            <a:off x="1625600" y="6290253"/>
            <a:ext cx="28575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2563EB"/>
                </a:solidFill>
                <a:latin typeface="黑体" panose="02010609060101010101" charset="-122"/>
                <a:ea typeface="黑体" panose="02010609060101010101" charset="-122"/>
              </a:rPr>
              <a:t>2</a:t>
            </a:r>
            <a:endParaRPr sz="1500" b="1">
              <a:solidFill>
                <a:srgbClr val="2563E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1" name="文本框 120"/>
          <p:cNvSpPr txBox="1"/>
          <p:nvPr>
            <p:custDataLst>
              <p:tags r:id="rId119"/>
            </p:custDataLst>
          </p:nvPr>
        </p:nvSpPr>
        <p:spPr>
          <a:xfrm>
            <a:off x="2437765" y="6290310"/>
            <a:ext cx="367030" cy="3168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2563EB"/>
                </a:solidFill>
                <a:latin typeface="黑体" panose="02010609060101010101" charset="-122"/>
                <a:ea typeface="黑体" panose="02010609060101010101" charset="-122"/>
              </a:rPr>
              <a:t>3</a:t>
            </a:r>
            <a:endParaRPr sz="1500" b="1">
              <a:solidFill>
                <a:srgbClr val="2563E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2" name="文本框 121"/>
          <p:cNvSpPr txBox="1"/>
          <p:nvPr>
            <p:custDataLst>
              <p:tags r:id="rId120"/>
            </p:custDataLst>
          </p:nvPr>
        </p:nvSpPr>
        <p:spPr>
          <a:xfrm>
            <a:off x="3042920" y="6290253"/>
            <a:ext cx="28575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2563EB"/>
                </a:solidFill>
                <a:latin typeface="黑体" panose="02010609060101010101" charset="-122"/>
                <a:ea typeface="黑体" panose="02010609060101010101" charset="-122"/>
              </a:rPr>
              <a:t>4</a:t>
            </a:r>
            <a:endParaRPr sz="1500" b="1">
              <a:solidFill>
                <a:srgbClr val="2563E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3" name="文本框 122"/>
          <p:cNvSpPr txBox="1"/>
          <p:nvPr>
            <p:custDataLst>
              <p:tags r:id="rId121"/>
            </p:custDataLst>
          </p:nvPr>
        </p:nvSpPr>
        <p:spPr>
          <a:xfrm>
            <a:off x="1390548" y="6676968"/>
            <a:ext cx="520903" cy="1809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</a:t>
            </a:r>
            <a:r>
              <a:rPr lang="zh-CN"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定制</a:t>
            </a:r>
            <a:endParaRPr lang="zh-CN"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文本框 123"/>
          <p:cNvSpPr txBox="1"/>
          <p:nvPr>
            <p:custDataLst>
              <p:tags r:id="rId122"/>
            </p:custDataLst>
          </p:nvPr>
        </p:nvSpPr>
        <p:spPr>
          <a:xfrm>
            <a:off x="2057400" y="6676968"/>
            <a:ext cx="666750" cy="1809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创意生成</a:t>
            </a:r>
            <a:endParaRPr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" name="文本框 124"/>
          <p:cNvSpPr txBox="1"/>
          <p:nvPr>
            <p:custDataLst>
              <p:tags r:id="rId123"/>
            </p:custDataLst>
          </p:nvPr>
        </p:nvSpPr>
        <p:spPr>
          <a:xfrm>
            <a:off x="2804795" y="6676968"/>
            <a:ext cx="666750" cy="1809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线索转化</a:t>
            </a:r>
            <a:endParaRPr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3F2FD"/>
            </a:gs>
            <a:gs pos="100000">
              <a:srgbClr val="F5F7FA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571500" y="401955"/>
            <a:ext cx="11049000" cy="4057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核心竞争力</a:t>
            </a:r>
            <a:r>
              <a:rPr lang="en-US" altLang="zh-CN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</a:t>
            </a: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：全场景自营业务矩阵</a:t>
            </a:r>
            <a:endParaRPr lang="zh-CN" altLang="en-US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2"/>
            </p:custDataLst>
          </p:nvPr>
        </p:nvSpPr>
        <p:spPr>
          <a:xfrm>
            <a:off x="575945" y="1071245"/>
            <a:ext cx="5229225" cy="4181475"/>
          </a:xfrm>
          <a:custGeom>
            <a:avLst/>
            <a:gdLst>
              <a:gd name="sw" fmla="*/ 1 w 8235"/>
              <a:gd name="sh" fmla="*/ 1 h 6585"/>
              <a:gd name="mins" fmla="min sw sh"/>
              <a:gd name="dsw" fmla="+- 0 sw mins"/>
              <a:gd name="dsh" fmla="+- 0 sh mins"/>
              <a:gd name="p0x0" fmla="*/ 180 w 8235"/>
              <a:gd name="p0y0" fmla="*/ 0 h 6585"/>
              <a:gd name="p0x1" fmla="*/ 8055 w 8235"/>
              <a:gd name="p0y1" fmla="*/ 0 h 6585"/>
              <a:gd name="p0x2" fmla="*/ 8154 w 8235"/>
              <a:gd name="p0y2" fmla="*/ 0 h 6585"/>
              <a:gd name="p0x3" fmla="*/ 8235 w 8235"/>
              <a:gd name="p0y3" fmla="*/ 80 h 6585"/>
              <a:gd name="p0x4" fmla="*/ 8235 w 8235"/>
              <a:gd name="p0y4" fmla="*/ 180 h 6585"/>
              <a:gd name="p0x5" fmla="*/ 8235 w 8235"/>
              <a:gd name="p0y5" fmla="*/ 6405 h 6585"/>
              <a:gd name="p0x6" fmla="*/ 8235 w 8235"/>
              <a:gd name="p0y6" fmla="*/ 6504 h 6585"/>
              <a:gd name="p0x7" fmla="*/ 8154 w 8235"/>
              <a:gd name="p0y7" fmla="*/ 6585 h 6585"/>
              <a:gd name="p0x8" fmla="*/ 8055 w 8235"/>
              <a:gd name="p0y8" fmla="*/ 6585 h 6585"/>
              <a:gd name="p0x9" fmla="*/ 180 w 8235"/>
              <a:gd name="p0y9" fmla="*/ 6585 h 6585"/>
              <a:gd name="p0x10" fmla="*/ 80 w 8235"/>
              <a:gd name="p0y10" fmla="*/ 6585 h 6585"/>
              <a:gd name="p0x11" fmla="*/ 0 w 8235"/>
              <a:gd name="p0y11" fmla="*/ 6504 h 6585"/>
              <a:gd name="p0x12" fmla="*/ 0 w 8235"/>
              <a:gd name="p0y12" fmla="*/ 6405 h 6585"/>
              <a:gd name="p0x13" fmla="*/ 0 w 8235"/>
              <a:gd name="p0y13" fmla="*/ 180 h 6585"/>
              <a:gd name="p0x14" fmla="*/ 0 w 8235"/>
              <a:gd name="p0y14" fmla="*/ 80 h 6585"/>
              <a:gd name="p0x15" fmla="*/ 80 w 8235"/>
              <a:gd name="p0y15" fmla="*/ 0 h 6585"/>
              <a:gd name="p0x16" fmla="*/ 180 w 8235"/>
              <a:gd name="p0y16" fmla="*/ 0 h 65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17145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847725" y="1362075"/>
            <a:ext cx="468630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sz="15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短视频</a:t>
            </a:r>
            <a:r>
              <a:rPr lang="en-US" altLang="zh-CN" sz="15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+</a:t>
            </a:r>
            <a:r>
              <a:rPr lang="zh-CN" altLang="en-US" sz="15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私域</a:t>
            </a:r>
            <a:r>
              <a:rPr sz="15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转化业务</a:t>
            </a:r>
            <a:endParaRPr sz="15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852170" y="1899920"/>
            <a:ext cx="904875" cy="409575"/>
          </a:xfrm>
          <a:custGeom>
            <a:avLst/>
            <a:gdLst>
              <a:gd name="sw" fmla="*/ 1 w 1425"/>
              <a:gd name="sh" fmla="*/ 1 h 645"/>
              <a:gd name="mins" fmla="min sw sh"/>
              <a:gd name="dsw" fmla="+- 0 sw mins"/>
              <a:gd name="dsh" fmla="+- 0 sh mins"/>
              <a:gd name="p0x0" fmla="*/ 120 w 1425"/>
              <a:gd name="p0y0" fmla="*/ 0 h 645"/>
              <a:gd name="p0x1" fmla="*/ 1305 w 1425"/>
              <a:gd name="p0y1" fmla="*/ 0 h 645"/>
              <a:gd name="p0x2" fmla="*/ 1371 w 1425"/>
              <a:gd name="p0y2" fmla="*/ 0 h 645"/>
              <a:gd name="p0x3" fmla="*/ 1425 w 1425"/>
              <a:gd name="p0y3" fmla="*/ 53 h 645"/>
              <a:gd name="p0x4" fmla="*/ 1425 w 1425"/>
              <a:gd name="p0y4" fmla="*/ 120 h 645"/>
              <a:gd name="p0x5" fmla="*/ 1425 w 1425"/>
              <a:gd name="p0y5" fmla="*/ 525 h 645"/>
              <a:gd name="p0x6" fmla="*/ 1425 w 1425"/>
              <a:gd name="p0y6" fmla="*/ 591 h 645"/>
              <a:gd name="p0x7" fmla="*/ 1371 w 1425"/>
              <a:gd name="p0y7" fmla="*/ 645 h 645"/>
              <a:gd name="p0x8" fmla="*/ 1305 w 1425"/>
              <a:gd name="p0y8" fmla="*/ 645 h 645"/>
              <a:gd name="p0x9" fmla="*/ 120 w 1425"/>
              <a:gd name="p0y9" fmla="*/ 645 h 645"/>
              <a:gd name="p0x10" fmla="*/ 53 w 1425"/>
              <a:gd name="p0y10" fmla="*/ 645 h 645"/>
              <a:gd name="p0x11" fmla="*/ 0 w 1425"/>
              <a:gd name="p0y11" fmla="*/ 591 h 645"/>
              <a:gd name="p0x12" fmla="*/ 0 w 1425"/>
              <a:gd name="p0y12" fmla="*/ 525 h 645"/>
              <a:gd name="p0x13" fmla="*/ 0 w 1425"/>
              <a:gd name="p0y13" fmla="*/ 120 h 645"/>
              <a:gd name="p0x14" fmla="*/ 0 w 1425"/>
              <a:gd name="p0y14" fmla="*/ 53 h 645"/>
              <a:gd name="p0x15" fmla="*/ 53 w 1425"/>
              <a:gd name="p0y15" fmla="*/ 0 h 645"/>
              <a:gd name="p0x16" fmla="*/ 120 w 1425"/>
              <a:gd name="p0y16" fmla="*/ 0 h 6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2563EB">
                <a:alpha val="3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038225" y="1994535"/>
            <a:ext cx="66675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流量承接</a:t>
            </a:r>
            <a:endParaRPr sz="105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6"/>
            </p:custDataLst>
          </p:nvPr>
        </p:nvGrpSpPr>
        <p:grpSpPr>
          <a:xfrm>
            <a:off x="1876425" y="2028825"/>
            <a:ext cx="114300" cy="152400"/>
            <a:chOff x="2955" y="3195"/>
            <a:chExt cx="180" cy="240"/>
          </a:xfrm>
        </p:grpSpPr>
        <p:sp>
          <p:nvSpPr>
            <p:cNvPr id="7" name="任意多边形 6"/>
            <p:cNvSpPr/>
            <p:nvPr>
              <p:custDataLst>
                <p:tags r:id="rId7"/>
              </p:custDataLst>
            </p:nvPr>
          </p:nvSpPr>
          <p:spPr>
            <a:xfrm>
              <a:off x="2955" y="3195"/>
              <a:ext cx="180" cy="240"/>
            </a:xfrm>
            <a:custGeom>
              <a:avLst/>
              <a:gdLst>
                <a:gd name="sw" fmla="*/ 1 w 180"/>
                <a:gd name="sh" fmla="*/ 1 h 240"/>
                <a:gd name="mins" fmla="min sw sh"/>
                <a:gd name="dsw" fmla="+- 0 sw mins"/>
                <a:gd name="dsh" fmla="+- 0 sh mins"/>
                <a:gd name="p0x0" fmla="*/ 0 w 180"/>
                <a:gd name="p0y0" fmla="*/ 0 h 240"/>
                <a:gd name="p0x1" fmla="*/ 180 w 180"/>
                <a:gd name="p0y1" fmla="*/ 0 h 240"/>
                <a:gd name="p0x2" fmla="*/ 180 w 180"/>
                <a:gd name="p0y2" fmla="*/ 240 h 240"/>
                <a:gd name="p0x3" fmla="*/ 0 w 180"/>
                <a:gd name="p0y3" fmla="*/ 240 h 240"/>
                <a:gd name="p0x4" fmla="*/ 0 w 180"/>
                <a:gd name="p0y4" fmla="*/ 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>
              <p:custDataLst>
                <p:tags r:id="rId8"/>
              </p:custDataLst>
            </p:nvPr>
          </p:nvSpPr>
          <p:spPr>
            <a:xfrm>
              <a:off x="2955" y="3195"/>
              <a:ext cx="180" cy="120"/>
            </a:xfrm>
            <a:custGeom>
              <a:avLst/>
              <a:gdLst>
                <a:gd name="sw" fmla="*/ 1 w 180"/>
                <a:gd name="sh" fmla="*/ 1 h 120"/>
                <a:gd name="mins" fmla="min sw sh"/>
                <a:gd name="dsw" fmla="+- 0 sw mins"/>
                <a:gd name="dsh" fmla="+- 0 sh mins"/>
                <a:gd name="p0x0" fmla="*/ 0 w 180"/>
                <a:gd name="p0y0" fmla="*/ 0 h 120"/>
                <a:gd name="p0x1" fmla="*/ 180 w 180"/>
                <a:gd name="p0y1" fmla="*/ 0 h 120"/>
                <a:gd name="p0x2" fmla="*/ 180 w 180"/>
                <a:gd name="p0y2" fmla="*/ 120 h 120"/>
                <a:gd name="p0x3" fmla="*/ 0 w 180"/>
                <a:gd name="p0y3" fmla="*/ 0 h 1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9"/>
              </p:custDataLst>
            </p:nvPr>
          </p:nvSpPr>
          <p:spPr>
            <a:xfrm>
              <a:off x="2955" y="3315"/>
              <a:ext cx="180" cy="120"/>
            </a:xfrm>
            <a:custGeom>
              <a:avLst/>
              <a:gdLst>
                <a:gd name="sw" fmla="*/ 1 w 180"/>
                <a:gd name="sh" fmla="*/ 1 h 120"/>
                <a:gd name="mins" fmla="min sw sh"/>
                <a:gd name="dsw" fmla="+- 0 sw mins"/>
                <a:gd name="dsh" fmla="+- 0 sh mins"/>
                <a:gd name="p0x0" fmla="*/ 180 w 180"/>
                <a:gd name="p0y0" fmla="*/ 120 h 120"/>
                <a:gd name="p0x1" fmla="*/ 0 w 180"/>
                <a:gd name="p0y1" fmla="*/ 120 h 120"/>
                <a:gd name="p0x2" fmla="*/ 180 w 180"/>
                <a:gd name="p0y2" fmla="*/ 0 h 120"/>
                <a:gd name="p0x3" fmla="*/ 180 w 180"/>
                <a:gd name="p0y3" fmla="*/ 120 h 1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10"/>
              </p:custDataLst>
            </p:nvPr>
          </p:nvSpPr>
          <p:spPr>
            <a:xfrm>
              <a:off x="2955" y="3195"/>
              <a:ext cx="180" cy="240"/>
            </a:xfrm>
            <a:custGeom>
              <a:avLst/>
              <a:gdLst>
                <a:gd name="sw" fmla="*/ 1 w 180"/>
                <a:gd name="sh" fmla="*/ 1 h 240"/>
                <a:gd name="mins" fmla="min sw sh"/>
                <a:gd name="dsw" fmla="+- 0 sw mins"/>
                <a:gd name="dsh" fmla="+- 0 sh mins"/>
                <a:gd name="p0x0" fmla="*/ 0 w 180"/>
                <a:gd name="p0y0" fmla="*/ 240 h 240"/>
                <a:gd name="p0x1" fmla="*/ 0 w 180"/>
                <a:gd name="p0y1" fmla="*/ 0 h 240"/>
                <a:gd name="p0x2" fmla="*/ 180 w 180"/>
                <a:gd name="p0y2" fmla="*/ 120 h 240"/>
                <a:gd name="p0x3" fmla="*/ 0 w 180"/>
                <a:gd name="p0y3" fmla="*/ 24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2" name="任意多边形 11"/>
          <p:cNvSpPr/>
          <p:nvPr>
            <p:custDataLst>
              <p:tags r:id="rId11"/>
            </p:custDataLst>
          </p:nvPr>
        </p:nvSpPr>
        <p:spPr>
          <a:xfrm>
            <a:off x="2109470" y="1899920"/>
            <a:ext cx="904875" cy="409575"/>
          </a:xfrm>
          <a:custGeom>
            <a:avLst/>
            <a:gdLst>
              <a:gd name="sw" fmla="*/ 1 w 1425"/>
              <a:gd name="sh" fmla="*/ 1 h 645"/>
              <a:gd name="mins" fmla="min sw sh"/>
              <a:gd name="dsw" fmla="+- 0 sw mins"/>
              <a:gd name="dsh" fmla="+- 0 sh mins"/>
              <a:gd name="p0x0" fmla="*/ 120 w 1425"/>
              <a:gd name="p0y0" fmla="*/ 0 h 645"/>
              <a:gd name="p0x1" fmla="*/ 1305 w 1425"/>
              <a:gd name="p0y1" fmla="*/ 0 h 645"/>
              <a:gd name="p0x2" fmla="*/ 1371 w 1425"/>
              <a:gd name="p0y2" fmla="*/ 0 h 645"/>
              <a:gd name="p0x3" fmla="*/ 1425 w 1425"/>
              <a:gd name="p0y3" fmla="*/ 53 h 645"/>
              <a:gd name="p0x4" fmla="*/ 1425 w 1425"/>
              <a:gd name="p0y4" fmla="*/ 120 h 645"/>
              <a:gd name="p0x5" fmla="*/ 1425 w 1425"/>
              <a:gd name="p0y5" fmla="*/ 525 h 645"/>
              <a:gd name="p0x6" fmla="*/ 1425 w 1425"/>
              <a:gd name="p0y6" fmla="*/ 591 h 645"/>
              <a:gd name="p0x7" fmla="*/ 1371 w 1425"/>
              <a:gd name="p0y7" fmla="*/ 645 h 645"/>
              <a:gd name="p0x8" fmla="*/ 1305 w 1425"/>
              <a:gd name="p0y8" fmla="*/ 645 h 645"/>
              <a:gd name="p0x9" fmla="*/ 120 w 1425"/>
              <a:gd name="p0y9" fmla="*/ 645 h 645"/>
              <a:gd name="p0x10" fmla="*/ 53 w 1425"/>
              <a:gd name="p0y10" fmla="*/ 645 h 645"/>
              <a:gd name="p0x11" fmla="*/ 0 w 1425"/>
              <a:gd name="p0y11" fmla="*/ 591 h 645"/>
              <a:gd name="p0x12" fmla="*/ 0 w 1425"/>
              <a:gd name="p0y12" fmla="*/ 525 h 645"/>
              <a:gd name="p0x13" fmla="*/ 0 w 1425"/>
              <a:gd name="p0y13" fmla="*/ 120 h 645"/>
              <a:gd name="p0x14" fmla="*/ 0 w 1425"/>
              <a:gd name="p0y14" fmla="*/ 53 h 645"/>
              <a:gd name="p0x15" fmla="*/ 53 w 1425"/>
              <a:gd name="p0y15" fmla="*/ 0 h 645"/>
              <a:gd name="p0x16" fmla="*/ 120 w 1425"/>
              <a:gd name="p0y16" fmla="*/ 0 h 6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2563EB">
                <a:alpha val="3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295525" y="1994535"/>
            <a:ext cx="66675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支付结算</a:t>
            </a:r>
            <a:endParaRPr sz="105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8" name="组合 17"/>
          <p:cNvGrpSpPr/>
          <p:nvPr>
            <p:custDataLst>
              <p:tags r:id="rId13"/>
            </p:custDataLst>
          </p:nvPr>
        </p:nvGrpSpPr>
        <p:grpSpPr>
          <a:xfrm>
            <a:off x="3133725" y="2028825"/>
            <a:ext cx="114300" cy="152400"/>
            <a:chOff x="4935" y="3195"/>
            <a:chExt cx="180" cy="240"/>
          </a:xfrm>
        </p:grpSpPr>
        <p:sp>
          <p:nvSpPr>
            <p:cNvPr id="14" name="任意多边形 13"/>
            <p:cNvSpPr/>
            <p:nvPr>
              <p:custDataLst>
                <p:tags r:id="rId14"/>
              </p:custDataLst>
            </p:nvPr>
          </p:nvSpPr>
          <p:spPr>
            <a:xfrm>
              <a:off x="4935" y="3195"/>
              <a:ext cx="180" cy="240"/>
            </a:xfrm>
            <a:custGeom>
              <a:avLst/>
              <a:gdLst>
                <a:gd name="sw" fmla="*/ 1 w 180"/>
                <a:gd name="sh" fmla="*/ 1 h 240"/>
                <a:gd name="mins" fmla="min sw sh"/>
                <a:gd name="dsw" fmla="+- 0 sw mins"/>
                <a:gd name="dsh" fmla="+- 0 sh mins"/>
                <a:gd name="p0x0" fmla="*/ 0 w 180"/>
                <a:gd name="p0y0" fmla="*/ 0 h 240"/>
                <a:gd name="p0x1" fmla="*/ 180 w 180"/>
                <a:gd name="p0y1" fmla="*/ 0 h 240"/>
                <a:gd name="p0x2" fmla="*/ 180 w 180"/>
                <a:gd name="p0y2" fmla="*/ 240 h 240"/>
                <a:gd name="p0x3" fmla="*/ 0 w 180"/>
                <a:gd name="p0y3" fmla="*/ 240 h 240"/>
                <a:gd name="p0x4" fmla="*/ 0 w 180"/>
                <a:gd name="p0y4" fmla="*/ 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>
              <p:custDataLst>
                <p:tags r:id="rId15"/>
              </p:custDataLst>
            </p:nvPr>
          </p:nvSpPr>
          <p:spPr>
            <a:xfrm>
              <a:off x="4935" y="3195"/>
              <a:ext cx="180" cy="120"/>
            </a:xfrm>
            <a:custGeom>
              <a:avLst/>
              <a:gdLst>
                <a:gd name="sw" fmla="*/ 1 w 180"/>
                <a:gd name="sh" fmla="*/ 1 h 120"/>
                <a:gd name="mins" fmla="min sw sh"/>
                <a:gd name="dsw" fmla="+- 0 sw mins"/>
                <a:gd name="dsh" fmla="+- 0 sh mins"/>
                <a:gd name="p0x0" fmla="*/ 0 w 180"/>
                <a:gd name="p0y0" fmla="*/ 0 h 120"/>
                <a:gd name="p0x1" fmla="*/ 180 w 180"/>
                <a:gd name="p0y1" fmla="*/ 0 h 120"/>
                <a:gd name="p0x2" fmla="*/ 180 w 180"/>
                <a:gd name="p0y2" fmla="*/ 120 h 120"/>
                <a:gd name="p0x3" fmla="*/ 0 w 180"/>
                <a:gd name="p0y3" fmla="*/ 0 h 1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任意多边形 15"/>
            <p:cNvSpPr/>
            <p:nvPr>
              <p:custDataLst>
                <p:tags r:id="rId16"/>
              </p:custDataLst>
            </p:nvPr>
          </p:nvSpPr>
          <p:spPr>
            <a:xfrm>
              <a:off x="4935" y="3315"/>
              <a:ext cx="180" cy="120"/>
            </a:xfrm>
            <a:custGeom>
              <a:avLst/>
              <a:gdLst>
                <a:gd name="sw" fmla="*/ 1 w 180"/>
                <a:gd name="sh" fmla="*/ 1 h 120"/>
                <a:gd name="mins" fmla="min sw sh"/>
                <a:gd name="dsw" fmla="+- 0 sw mins"/>
                <a:gd name="dsh" fmla="+- 0 sh mins"/>
                <a:gd name="p0x0" fmla="*/ 180 w 180"/>
                <a:gd name="p0y0" fmla="*/ 120 h 120"/>
                <a:gd name="p0x1" fmla="*/ 0 w 180"/>
                <a:gd name="p0y1" fmla="*/ 120 h 120"/>
                <a:gd name="p0x2" fmla="*/ 180 w 180"/>
                <a:gd name="p0y2" fmla="*/ 0 h 120"/>
                <a:gd name="p0x3" fmla="*/ 180 w 180"/>
                <a:gd name="p0y3" fmla="*/ 120 h 1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17"/>
              </p:custDataLst>
            </p:nvPr>
          </p:nvSpPr>
          <p:spPr>
            <a:xfrm>
              <a:off x="4935" y="3195"/>
              <a:ext cx="180" cy="240"/>
            </a:xfrm>
            <a:custGeom>
              <a:avLst/>
              <a:gdLst>
                <a:gd name="sw" fmla="*/ 1 w 180"/>
                <a:gd name="sh" fmla="*/ 1 h 240"/>
                <a:gd name="mins" fmla="min sw sh"/>
                <a:gd name="dsw" fmla="+- 0 sw mins"/>
                <a:gd name="dsh" fmla="+- 0 sh mins"/>
                <a:gd name="p0x0" fmla="*/ 0 w 180"/>
                <a:gd name="p0y0" fmla="*/ 240 h 240"/>
                <a:gd name="p0x1" fmla="*/ 0 w 180"/>
                <a:gd name="p0y1" fmla="*/ 0 h 240"/>
                <a:gd name="p0x2" fmla="*/ 180 w 180"/>
                <a:gd name="p0y2" fmla="*/ 120 h 240"/>
                <a:gd name="p0x3" fmla="*/ 0 w 180"/>
                <a:gd name="p0y3" fmla="*/ 24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9" name="任意多边形 18"/>
          <p:cNvSpPr/>
          <p:nvPr>
            <p:custDataLst>
              <p:tags r:id="rId18"/>
            </p:custDataLst>
          </p:nvPr>
        </p:nvSpPr>
        <p:spPr>
          <a:xfrm>
            <a:off x="3366770" y="1899920"/>
            <a:ext cx="904875" cy="409575"/>
          </a:xfrm>
          <a:custGeom>
            <a:avLst/>
            <a:gdLst>
              <a:gd name="sw" fmla="*/ 1 w 1425"/>
              <a:gd name="sh" fmla="*/ 1 h 645"/>
              <a:gd name="mins" fmla="min sw sh"/>
              <a:gd name="dsw" fmla="+- 0 sw mins"/>
              <a:gd name="dsh" fmla="+- 0 sh mins"/>
              <a:gd name="p0x0" fmla="*/ 120 w 1425"/>
              <a:gd name="p0y0" fmla="*/ 0 h 645"/>
              <a:gd name="p0x1" fmla="*/ 1305 w 1425"/>
              <a:gd name="p0y1" fmla="*/ 0 h 645"/>
              <a:gd name="p0x2" fmla="*/ 1371 w 1425"/>
              <a:gd name="p0y2" fmla="*/ 0 h 645"/>
              <a:gd name="p0x3" fmla="*/ 1425 w 1425"/>
              <a:gd name="p0y3" fmla="*/ 53 h 645"/>
              <a:gd name="p0x4" fmla="*/ 1425 w 1425"/>
              <a:gd name="p0y4" fmla="*/ 120 h 645"/>
              <a:gd name="p0x5" fmla="*/ 1425 w 1425"/>
              <a:gd name="p0y5" fmla="*/ 525 h 645"/>
              <a:gd name="p0x6" fmla="*/ 1425 w 1425"/>
              <a:gd name="p0y6" fmla="*/ 591 h 645"/>
              <a:gd name="p0x7" fmla="*/ 1371 w 1425"/>
              <a:gd name="p0y7" fmla="*/ 645 h 645"/>
              <a:gd name="p0x8" fmla="*/ 1305 w 1425"/>
              <a:gd name="p0y8" fmla="*/ 645 h 645"/>
              <a:gd name="p0x9" fmla="*/ 120 w 1425"/>
              <a:gd name="p0y9" fmla="*/ 645 h 645"/>
              <a:gd name="p0x10" fmla="*/ 53 w 1425"/>
              <a:gd name="p0y10" fmla="*/ 645 h 645"/>
              <a:gd name="p0x11" fmla="*/ 0 w 1425"/>
              <a:gd name="p0y11" fmla="*/ 591 h 645"/>
              <a:gd name="p0x12" fmla="*/ 0 w 1425"/>
              <a:gd name="p0y12" fmla="*/ 525 h 645"/>
              <a:gd name="p0x13" fmla="*/ 0 w 1425"/>
              <a:gd name="p0y13" fmla="*/ 120 h 645"/>
              <a:gd name="p0x14" fmla="*/ 0 w 1425"/>
              <a:gd name="p0y14" fmla="*/ 53 h 645"/>
              <a:gd name="p0x15" fmla="*/ 53 w 1425"/>
              <a:gd name="p0y15" fmla="*/ 0 h 645"/>
              <a:gd name="p0x16" fmla="*/ 120 w 1425"/>
              <a:gd name="p0y16" fmla="*/ 0 h 6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2563EB">
                <a:alpha val="3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9"/>
            </p:custDataLst>
          </p:nvPr>
        </p:nvSpPr>
        <p:spPr>
          <a:xfrm>
            <a:off x="3552825" y="1994535"/>
            <a:ext cx="66675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复购提升</a:t>
            </a:r>
            <a:endParaRPr sz="105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5" name="组合 24"/>
          <p:cNvGrpSpPr/>
          <p:nvPr>
            <p:custDataLst>
              <p:tags r:id="rId20"/>
            </p:custDataLst>
          </p:nvPr>
        </p:nvGrpSpPr>
        <p:grpSpPr>
          <a:xfrm>
            <a:off x="4391025" y="2028825"/>
            <a:ext cx="114300" cy="152400"/>
            <a:chOff x="6915" y="3195"/>
            <a:chExt cx="180" cy="240"/>
          </a:xfrm>
        </p:grpSpPr>
        <p:sp>
          <p:nvSpPr>
            <p:cNvPr id="21" name="任意多边形 20"/>
            <p:cNvSpPr/>
            <p:nvPr>
              <p:custDataLst>
                <p:tags r:id="rId21"/>
              </p:custDataLst>
            </p:nvPr>
          </p:nvSpPr>
          <p:spPr>
            <a:xfrm>
              <a:off x="6915" y="3195"/>
              <a:ext cx="180" cy="240"/>
            </a:xfrm>
            <a:custGeom>
              <a:avLst/>
              <a:gdLst>
                <a:gd name="sw" fmla="*/ 1 w 180"/>
                <a:gd name="sh" fmla="*/ 1 h 240"/>
                <a:gd name="mins" fmla="min sw sh"/>
                <a:gd name="dsw" fmla="+- 0 sw mins"/>
                <a:gd name="dsh" fmla="+- 0 sh mins"/>
                <a:gd name="p0x0" fmla="*/ 0 w 180"/>
                <a:gd name="p0y0" fmla="*/ 0 h 240"/>
                <a:gd name="p0x1" fmla="*/ 180 w 180"/>
                <a:gd name="p0y1" fmla="*/ 0 h 240"/>
                <a:gd name="p0x2" fmla="*/ 180 w 180"/>
                <a:gd name="p0y2" fmla="*/ 240 h 240"/>
                <a:gd name="p0x3" fmla="*/ 0 w 180"/>
                <a:gd name="p0y3" fmla="*/ 240 h 240"/>
                <a:gd name="p0x4" fmla="*/ 0 w 180"/>
                <a:gd name="p0y4" fmla="*/ 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任意多边形 21"/>
            <p:cNvSpPr/>
            <p:nvPr>
              <p:custDataLst>
                <p:tags r:id="rId22"/>
              </p:custDataLst>
            </p:nvPr>
          </p:nvSpPr>
          <p:spPr>
            <a:xfrm>
              <a:off x="6915" y="3195"/>
              <a:ext cx="180" cy="120"/>
            </a:xfrm>
            <a:custGeom>
              <a:avLst/>
              <a:gdLst>
                <a:gd name="sw" fmla="*/ 1 w 180"/>
                <a:gd name="sh" fmla="*/ 1 h 120"/>
                <a:gd name="mins" fmla="min sw sh"/>
                <a:gd name="dsw" fmla="+- 0 sw mins"/>
                <a:gd name="dsh" fmla="+- 0 sh mins"/>
                <a:gd name="p0x0" fmla="*/ 0 w 180"/>
                <a:gd name="p0y0" fmla="*/ 0 h 120"/>
                <a:gd name="p0x1" fmla="*/ 180 w 180"/>
                <a:gd name="p0y1" fmla="*/ 0 h 120"/>
                <a:gd name="p0x2" fmla="*/ 180 w 180"/>
                <a:gd name="p0y2" fmla="*/ 120 h 120"/>
                <a:gd name="p0x3" fmla="*/ 0 w 180"/>
                <a:gd name="p0y3" fmla="*/ 0 h 1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任意多边形 22"/>
            <p:cNvSpPr/>
            <p:nvPr>
              <p:custDataLst>
                <p:tags r:id="rId23"/>
              </p:custDataLst>
            </p:nvPr>
          </p:nvSpPr>
          <p:spPr>
            <a:xfrm>
              <a:off x="6915" y="3315"/>
              <a:ext cx="180" cy="120"/>
            </a:xfrm>
            <a:custGeom>
              <a:avLst/>
              <a:gdLst>
                <a:gd name="sw" fmla="*/ 1 w 180"/>
                <a:gd name="sh" fmla="*/ 1 h 120"/>
                <a:gd name="mins" fmla="min sw sh"/>
                <a:gd name="dsw" fmla="+- 0 sw mins"/>
                <a:gd name="dsh" fmla="+- 0 sh mins"/>
                <a:gd name="p0x0" fmla="*/ 180 w 180"/>
                <a:gd name="p0y0" fmla="*/ 120 h 120"/>
                <a:gd name="p0x1" fmla="*/ 0 w 180"/>
                <a:gd name="p0y1" fmla="*/ 120 h 120"/>
                <a:gd name="p0x2" fmla="*/ 180 w 180"/>
                <a:gd name="p0y2" fmla="*/ 0 h 120"/>
                <a:gd name="p0x3" fmla="*/ 180 w 180"/>
                <a:gd name="p0y3" fmla="*/ 120 h 1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>
              <p:custDataLst>
                <p:tags r:id="rId24"/>
              </p:custDataLst>
            </p:nvPr>
          </p:nvSpPr>
          <p:spPr>
            <a:xfrm>
              <a:off x="6915" y="3195"/>
              <a:ext cx="180" cy="240"/>
            </a:xfrm>
            <a:custGeom>
              <a:avLst/>
              <a:gdLst>
                <a:gd name="sw" fmla="*/ 1 w 180"/>
                <a:gd name="sh" fmla="*/ 1 h 240"/>
                <a:gd name="mins" fmla="min sw sh"/>
                <a:gd name="dsw" fmla="+- 0 sw mins"/>
                <a:gd name="dsh" fmla="+- 0 sh mins"/>
                <a:gd name="p0x0" fmla="*/ 0 w 180"/>
                <a:gd name="p0y0" fmla="*/ 240 h 240"/>
                <a:gd name="p0x1" fmla="*/ 0 w 180"/>
                <a:gd name="p0y1" fmla="*/ 0 h 240"/>
                <a:gd name="p0x2" fmla="*/ 180 w 180"/>
                <a:gd name="p0y2" fmla="*/ 120 h 240"/>
                <a:gd name="p0x3" fmla="*/ 0 w 180"/>
                <a:gd name="p0y3" fmla="*/ 24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6" name="任意多边形 25"/>
          <p:cNvSpPr/>
          <p:nvPr>
            <p:custDataLst>
              <p:tags r:id="rId25"/>
            </p:custDataLst>
          </p:nvPr>
        </p:nvSpPr>
        <p:spPr>
          <a:xfrm>
            <a:off x="4624070" y="1899920"/>
            <a:ext cx="904875" cy="409575"/>
          </a:xfrm>
          <a:custGeom>
            <a:avLst/>
            <a:gdLst>
              <a:gd name="sw" fmla="*/ 1 w 1425"/>
              <a:gd name="sh" fmla="*/ 1 h 645"/>
              <a:gd name="mins" fmla="min sw sh"/>
              <a:gd name="dsw" fmla="+- 0 sw mins"/>
              <a:gd name="dsh" fmla="+- 0 sh mins"/>
              <a:gd name="p0x0" fmla="*/ 120 w 1425"/>
              <a:gd name="p0y0" fmla="*/ 0 h 645"/>
              <a:gd name="p0x1" fmla="*/ 1305 w 1425"/>
              <a:gd name="p0y1" fmla="*/ 0 h 645"/>
              <a:gd name="p0x2" fmla="*/ 1371 w 1425"/>
              <a:gd name="p0y2" fmla="*/ 0 h 645"/>
              <a:gd name="p0x3" fmla="*/ 1425 w 1425"/>
              <a:gd name="p0y3" fmla="*/ 53 h 645"/>
              <a:gd name="p0x4" fmla="*/ 1425 w 1425"/>
              <a:gd name="p0y4" fmla="*/ 120 h 645"/>
              <a:gd name="p0x5" fmla="*/ 1425 w 1425"/>
              <a:gd name="p0y5" fmla="*/ 525 h 645"/>
              <a:gd name="p0x6" fmla="*/ 1425 w 1425"/>
              <a:gd name="p0y6" fmla="*/ 591 h 645"/>
              <a:gd name="p0x7" fmla="*/ 1371 w 1425"/>
              <a:gd name="p0y7" fmla="*/ 645 h 645"/>
              <a:gd name="p0x8" fmla="*/ 1305 w 1425"/>
              <a:gd name="p0y8" fmla="*/ 645 h 645"/>
              <a:gd name="p0x9" fmla="*/ 120 w 1425"/>
              <a:gd name="p0y9" fmla="*/ 645 h 645"/>
              <a:gd name="p0x10" fmla="*/ 53 w 1425"/>
              <a:gd name="p0y10" fmla="*/ 645 h 645"/>
              <a:gd name="p0x11" fmla="*/ 0 w 1425"/>
              <a:gd name="p0y11" fmla="*/ 591 h 645"/>
              <a:gd name="p0x12" fmla="*/ 0 w 1425"/>
              <a:gd name="p0y12" fmla="*/ 525 h 645"/>
              <a:gd name="p0x13" fmla="*/ 0 w 1425"/>
              <a:gd name="p0y13" fmla="*/ 120 h 645"/>
              <a:gd name="p0x14" fmla="*/ 0 w 1425"/>
              <a:gd name="p0y14" fmla="*/ 53 h 645"/>
              <a:gd name="p0x15" fmla="*/ 53 w 1425"/>
              <a:gd name="p0y15" fmla="*/ 0 h 645"/>
              <a:gd name="p0x16" fmla="*/ 120 w 1425"/>
              <a:gd name="p0y16" fmla="*/ 0 h 6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2563EB">
                <a:alpha val="3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6"/>
            </p:custDataLst>
          </p:nvPr>
        </p:nvSpPr>
        <p:spPr>
          <a:xfrm>
            <a:off x="4743450" y="1994535"/>
            <a:ext cx="80010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供应链管理</a:t>
            </a:r>
            <a:endParaRPr sz="105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0" name="组合 29"/>
          <p:cNvGrpSpPr/>
          <p:nvPr>
            <p:custDataLst>
              <p:tags r:id="rId27"/>
            </p:custDataLst>
          </p:nvPr>
        </p:nvGrpSpPr>
        <p:grpSpPr>
          <a:xfrm>
            <a:off x="847725" y="2619375"/>
            <a:ext cx="4686300" cy="1742440"/>
            <a:chOff x="1335" y="4125"/>
            <a:chExt cx="7380" cy="2744"/>
          </a:xfrm>
        </p:grpSpPr>
        <p:sp>
          <p:nvSpPr>
            <p:cNvPr id="28" name="任意多边形 27"/>
            <p:cNvSpPr/>
            <p:nvPr>
              <p:custDataLst>
                <p:tags r:id="rId28"/>
              </p:custDataLst>
            </p:nvPr>
          </p:nvSpPr>
          <p:spPr>
            <a:xfrm>
              <a:off x="1335" y="4125"/>
              <a:ext cx="7380" cy="2745"/>
            </a:xfrm>
            <a:custGeom>
              <a:avLst/>
              <a:gdLst>
                <a:gd name="sw" fmla="*/ 1 w 7380"/>
                <a:gd name="sh" fmla="*/ 1 h 2745"/>
                <a:gd name="mins" fmla="min sw sh"/>
                <a:gd name="dsw" fmla="+- 0 sw mins"/>
                <a:gd name="dsh" fmla="+- 0 sh mins"/>
                <a:gd name="p0x0" fmla="*/ 0 w 7380"/>
                <a:gd name="p0y0" fmla="*/ 0 h 2745"/>
                <a:gd name="p0x1" fmla="*/ 7380 w 7380"/>
                <a:gd name="p0y1" fmla="*/ 0 h 2745"/>
                <a:gd name="p0x2" fmla="*/ 7380 w 7380"/>
                <a:gd name="p0y2" fmla="*/ 2745 h 2745"/>
                <a:gd name="p0x3" fmla="*/ 0 w 7380"/>
                <a:gd name="p0y3" fmla="*/ 2745 h 2745"/>
                <a:gd name="p0x4" fmla="*/ 0 w 7380"/>
                <a:gd name="p0y4" fmla="*/ 0 h 27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>
              <p:custDataLst>
                <p:tags r:id="rId29"/>
              </p:custDataLst>
            </p:nvPr>
          </p:nvSpPr>
          <p:spPr>
            <a:xfrm>
              <a:off x="1335" y="4125"/>
              <a:ext cx="7380" cy="15"/>
            </a:xfrm>
            <a:custGeom>
              <a:avLst/>
              <a:gdLst>
                <a:gd name="sw" fmla="*/ 1 w 7380"/>
                <a:gd name="sh" fmla="*/ 1 h 15"/>
                <a:gd name="mins" fmla="min sw sh"/>
                <a:gd name="dsw" fmla="+- 0 sw mins"/>
                <a:gd name="dsh" fmla="+- 0 sh mins"/>
                <a:gd name="p0x0" fmla="*/ 0 w 7380"/>
                <a:gd name="p0y0" fmla="*/ 0 h 15"/>
                <a:gd name="p0x1" fmla="*/ 7380 w 7380"/>
                <a:gd name="p0y1" fmla="*/ 0 h 15"/>
                <a:gd name="p0x2" fmla="*/ 7380 w 7380"/>
                <a:gd name="p0y2" fmla="*/ 15 h 15"/>
                <a:gd name="p0x3" fmla="*/ 0 w 7380"/>
                <a:gd name="p0y3" fmla="*/ 15 h 15"/>
                <a:gd name="p0x4" fmla="*/ 0 w 738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5E7E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1" name="文本框 30"/>
          <p:cNvSpPr txBox="1"/>
          <p:nvPr>
            <p:custDataLst>
              <p:tags r:id="rId30"/>
            </p:custDataLst>
          </p:nvPr>
        </p:nvSpPr>
        <p:spPr>
          <a:xfrm>
            <a:off x="847725" y="2989898"/>
            <a:ext cx="53340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粉丝超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31"/>
            </p:custDataLst>
          </p:nvPr>
        </p:nvSpPr>
        <p:spPr>
          <a:xfrm>
            <a:off x="1323975" y="2884170"/>
            <a:ext cx="819150" cy="346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21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500</a:t>
            </a:r>
            <a:r>
              <a:rPr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万</a:t>
            </a:r>
            <a:endParaRPr sz="12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2"/>
            </p:custDataLst>
          </p:nvPr>
        </p:nvSpPr>
        <p:spPr>
          <a:xfrm>
            <a:off x="847725" y="3542347"/>
            <a:ext cx="853088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GMV</a:t>
            </a:r>
            <a:r>
              <a:rPr lang="zh-CN" alt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突破</a:t>
            </a:r>
            <a:endParaRPr lang="zh-CN" altLang="en-US"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33"/>
            </p:custDataLst>
          </p:nvPr>
        </p:nvSpPr>
        <p:spPr>
          <a:xfrm>
            <a:off x="1643663" y="3436620"/>
            <a:ext cx="704850" cy="346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21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2</a:t>
            </a:r>
            <a:r>
              <a:rPr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亿元</a:t>
            </a:r>
            <a:endParaRPr sz="12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34"/>
            </p:custDataLst>
          </p:nvPr>
        </p:nvSpPr>
        <p:spPr>
          <a:xfrm>
            <a:off x="847725" y="4094797"/>
            <a:ext cx="53340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复购率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5"/>
            </p:custDataLst>
          </p:nvPr>
        </p:nvSpPr>
        <p:spPr>
          <a:xfrm>
            <a:off x="1323975" y="3989070"/>
            <a:ext cx="666750" cy="346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21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35%</a:t>
            </a:r>
            <a:endParaRPr sz="21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36"/>
            </p:custDataLst>
          </p:nvPr>
        </p:nvSpPr>
        <p:spPr>
          <a:xfrm>
            <a:off x="6386195" y="1071245"/>
            <a:ext cx="5229225" cy="4181475"/>
          </a:xfrm>
          <a:custGeom>
            <a:avLst/>
            <a:gdLst>
              <a:gd name="sw" fmla="*/ 1 w 8235"/>
              <a:gd name="sh" fmla="*/ 1 h 6585"/>
              <a:gd name="mins" fmla="min sw sh"/>
              <a:gd name="dsw" fmla="+- 0 sw mins"/>
              <a:gd name="dsh" fmla="+- 0 sh mins"/>
              <a:gd name="p0x0" fmla="*/ 180 w 8235"/>
              <a:gd name="p0y0" fmla="*/ 0 h 6585"/>
              <a:gd name="p0x1" fmla="*/ 8055 w 8235"/>
              <a:gd name="p0y1" fmla="*/ 0 h 6585"/>
              <a:gd name="p0x2" fmla="*/ 8154 w 8235"/>
              <a:gd name="p0y2" fmla="*/ 0 h 6585"/>
              <a:gd name="p0x3" fmla="*/ 8235 w 8235"/>
              <a:gd name="p0y3" fmla="*/ 80 h 6585"/>
              <a:gd name="p0x4" fmla="*/ 8235 w 8235"/>
              <a:gd name="p0y4" fmla="*/ 180 h 6585"/>
              <a:gd name="p0x5" fmla="*/ 8235 w 8235"/>
              <a:gd name="p0y5" fmla="*/ 6405 h 6585"/>
              <a:gd name="p0x6" fmla="*/ 8235 w 8235"/>
              <a:gd name="p0y6" fmla="*/ 6504 h 6585"/>
              <a:gd name="p0x7" fmla="*/ 8154 w 8235"/>
              <a:gd name="p0y7" fmla="*/ 6585 h 6585"/>
              <a:gd name="p0x8" fmla="*/ 8055 w 8235"/>
              <a:gd name="p0y8" fmla="*/ 6585 h 6585"/>
              <a:gd name="p0x9" fmla="*/ 180 w 8235"/>
              <a:gd name="p0y9" fmla="*/ 6585 h 6585"/>
              <a:gd name="p0x10" fmla="*/ 80 w 8235"/>
              <a:gd name="p0y10" fmla="*/ 6585 h 6585"/>
              <a:gd name="p0x11" fmla="*/ 0 w 8235"/>
              <a:gd name="p0y11" fmla="*/ 6504 h 6585"/>
              <a:gd name="p0x12" fmla="*/ 0 w 8235"/>
              <a:gd name="p0y12" fmla="*/ 6405 h 6585"/>
              <a:gd name="p0x13" fmla="*/ 0 w 8235"/>
              <a:gd name="p0y13" fmla="*/ 180 h 6585"/>
              <a:gd name="p0x14" fmla="*/ 0 w 8235"/>
              <a:gd name="p0y14" fmla="*/ 80 h 6585"/>
              <a:gd name="p0x15" fmla="*/ 80 w 8235"/>
              <a:gd name="p0y15" fmla="*/ 0 h 6585"/>
              <a:gd name="p0x16" fmla="*/ 180 w 8235"/>
              <a:gd name="p0y16" fmla="*/ 0 h 65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17145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37"/>
            </p:custDataLst>
          </p:nvPr>
        </p:nvSpPr>
        <p:spPr>
          <a:xfrm>
            <a:off x="6657975" y="1362075"/>
            <a:ext cx="468630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海外营销业务</a:t>
            </a:r>
            <a:endParaRPr sz="15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38"/>
            </p:custDataLst>
          </p:nvPr>
        </p:nvSpPr>
        <p:spPr>
          <a:xfrm>
            <a:off x="6662420" y="1899920"/>
            <a:ext cx="904875" cy="409575"/>
          </a:xfrm>
          <a:custGeom>
            <a:avLst/>
            <a:gdLst>
              <a:gd name="sw" fmla="*/ 1 w 1425"/>
              <a:gd name="sh" fmla="*/ 1 h 645"/>
              <a:gd name="mins" fmla="min sw sh"/>
              <a:gd name="dsw" fmla="+- 0 sw mins"/>
              <a:gd name="dsh" fmla="+- 0 sh mins"/>
              <a:gd name="p0x0" fmla="*/ 120 w 1425"/>
              <a:gd name="p0y0" fmla="*/ 0 h 645"/>
              <a:gd name="p0x1" fmla="*/ 1305 w 1425"/>
              <a:gd name="p0y1" fmla="*/ 0 h 645"/>
              <a:gd name="p0x2" fmla="*/ 1371 w 1425"/>
              <a:gd name="p0y2" fmla="*/ 0 h 645"/>
              <a:gd name="p0x3" fmla="*/ 1425 w 1425"/>
              <a:gd name="p0y3" fmla="*/ 53 h 645"/>
              <a:gd name="p0x4" fmla="*/ 1425 w 1425"/>
              <a:gd name="p0y4" fmla="*/ 120 h 645"/>
              <a:gd name="p0x5" fmla="*/ 1425 w 1425"/>
              <a:gd name="p0y5" fmla="*/ 525 h 645"/>
              <a:gd name="p0x6" fmla="*/ 1425 w 1425"/>
              <a:gd name="p0y6" fmla="*/ 591 h 645"/>
              <a:gd name="p0x7" fmla="*/ 1371 w 1425"/>
              <a:gd name="p0y7" fmla="*/ 645 h 645"/>
              <a:gd name="p0x8" fmla="*/ 1305 w 1425"/>
              <a:gd name="p0y8" fmla="*/ 645 h 645"/>
              <a:gd name="p0x9" fmla="*/ 120 w 1425"/>
              <a:gd name="p0y9" fmla="*/ 645 h 645"/>
              <a:gd name="p0x10" fmla="*/ 53 w 1425"/>
              <a:gd name="p0y10" fmla="*/ 645 h 645"/>
              <a:gd name="p0x11" fmla="*/ 0 w 1425"/>
              <a:gd name="p0y11" fmla="*/ 591 h 645"/>
              <a:gd name="p0x12" fmla="*/ 0 w 1425"/>
              <a:gd name="p0y12" fmla="*/ 525 h 645"/>
              <a:gd name="p0x13" fmla="*/ 0 w 1425"/>
              <a:gd name="p0y13" fmla="*/ 120 h 645"/>
              <a:gd name="p0x14" fmla="*/ 0 w 1425"/>
              <a:gd name="p0y14" fmla="*/ 53 h 645"/>
              <a:gd name="p0x15" fmla="*/ 53 w 1425"/>
              <a:gd name="p0y15" fmla="*/ 0 h 645"/>
              <a:gd name="p0x16" fmla="*/ 120 w 1425"/>
              <a:gd name="p0y16" fmla="*/ 0 h 6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2563EB">
                <a:alpha val="3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39"/>
            </p:custDataLst>
          </p:nvPr>
        </p:nvSpPr>
        <p:spPr>
          <a:xfrm>
            <a:off x="6848475" y="1994535"/>
            <a:ext cx="66675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平台布局</a:t>
            </a:r>
            <a:endParaRPr sz="105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5" name="组合 44"/>
          <p:cNvGrpSpPr/>
          <p:nvPr>
            <p:custDataLst>
              <p:tags r:id="rId40"/>
            </p:custDataLst>
          </p:nvPr>
        </p:nvGrpSpPr>
        <p:grpSpPr>
          <a:xfrm>
            <a:off x="7686675" y="2028825"/>
            <a:ext cx="114300" cy="152400"/>
            <a:chOff x="12105" y="3195"/>
            <a:chExt cx="180" cy="240"/>
          </a:xfrm>
        </p:grpSpPr>
        <p:sp>
          <p:nvSpPr>
            <p:cNvPr id="41" name="任意多边形 40"/>
            <p:cNvSpPr/>
            <p:nvPr>
              <p:custDataLst>
                <p:tags r:id="rId41"/>
              </p:custDataLst>
            </p:nvPr>
          </p:nvSpPr>
          <p:spPr>
            <a:xfrm>
              <a:off x="12105" y="3195"/>
              <a:ext cx="180" cy="240"/>
            </a:xfrm>
            <a:custGeom>
              <a:avLst/>
              <a:gdLst>
                <a:gd name="sw" fmla="*/ 1 w 180"/>
                <a:gd name="sh" fmla="*/ 1 h 240"/>
                <a:gd name="mins" fmla="min sw sh"/>
                <a:gd name="dsw" fmla="+- 0 sw mins"/>
                <a:gd name="dsh" fmla="+- 0 sh mins"/>
                <a:gd name="p0x0" fmla="*/ 0 w 180"/>
                <a:gd name="p0y0" fmla="*/ 0 h 240"/>
                <a:gd name="p0x1" fmla="*/ 180 w 180"/>
                <a:gd name="p0y1" fmla="*/ 0 h 240"/>
                <a:gd name="p0x2" fmla="*/ 180 w 180"/>
                <a:gd name="p0y2" fmla="*/ 240 h 240"/>
                <a:gd name="p0x3" fmla="*/ 0 w 180"/>
                <a:gd name="p0y3" fmla="*/ 240 h 240"/>
                <a:gd name="p0x4" fmla="*/ 0 w 180"/>
                <a:gd name="p0y4" fmla="*/ 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任意多边形 41"/>
            <p:cNvSpPr/>
            <p:nvPr>
              <p:custDataLst>
                <p:tags r:id="rId42"/>
              </p:custDataLst>
            </p:nvPr>
          </p:nvSpPr>
          <p:spPr>
            <a:xfrm>
              <a:off x="12105" y="3195"/>
              <a:ext cx="180" cy="120"/>
            </a:xfrm>
            <a:custGeom>
              <a:avLst/>
              <a:gdLst>
                <a:gd name="sw" fmla="*/ 1 w 180"/>
                <a:gd name="sh" fmla="*/ 1 h 120"/>
                <a:gd name="mins" fmla="min sw sh"/>
                <a:gd name="dsw" fmla="+- 0 sw mins"/>
                <a:gd name="dsh" fmla="+- 0 sh mins"/>
                <a:gd name="p0x0" fmla="*/ 0 w 180"/>
                <a:gd name="p0y0" fmla="*/ 0 h 120"/>
                <a:gd name="p0x1" fmla="*/ 180 w 180"/>
                <a:gd name="p0y1" fmla="*/ 0 h 120"/>
                <a:gd name="p0x2" fmla="*/ 180 w 180"/>
                <a:gd name="p0y2" fmla="*/ 120 h 120"/>
                <a:gd name="p0x3" fmla="*/ 0 w 180"/>
                <a:gd name="p0y3" fmla="*/ 0 h 1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任意多边形 42"/>
            <p:cNvSpPr/>
            <p:nvPr>
              <p:custDataLst>
                <p:tags r:id="rId43"/>
              </p:custDataLst>
            </p:nvPr>
          </p:nvSpPr>
          <p:spPr>
            <a:xfrm>
              <a:off x="12105" y="3315"/>
              <a:ext cx="180" cy="120"/>
            </a:xfrm>
            <a:custGeom>
              <a:avLst/>
              <a:gdLst>
                <a:gd name="sw" fmla="*/ 1 w 180"/>
                <a:gd name="sh" fmla="*/ 1 h 120"/>
                <a:gd name="mins" fmla="min sw sh"/>
                <a:gd name="dsw" fmla="+- 0 sw mins"/>
                <a:gd name="dsh" fmla="+- 0 sh mins"/>
                <a:gd name="p0x0" fmla="*/ 180 w 180"/>
                <a:gd name="p0y0" fmla="*/ 120 h 120"/>
                <a:gd name="p0x1" fmla="*/ 0 w 180"/>
                <a:gd name="p0y1" fmla="*/ 120 h 120"/>
                <a:gd name="p0x2" fmla="*/ 180 w 180"/>
                <a:gd name="p0y2" fmla="*/ 0 h 120"/>
                <a:gd name="p0x3" fmla="*/ 180 w 180"/>
                <a:gd name="p0y3" fmla="*/ 120 h 1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任意多边形 43"/>
            <p:cNvSpPr/>
            <p:nvPr>
              <p:custDataLst>
                <p:tags r:id="rId44"/>
              </p:custDataLst>
            </p:nvPr>
          </p:nvSpPr>
          <p:spPr>
            <a:xfrm>
              <a:off x="12105" y="3195"/>
              <a:ext cx="180" cy="240"/>
            </a:xfrm>
            <a:custGeom>
              <a:avLst/>
              <a:gdLst>
                <a:gd name="sw" fmla="*/ 1 w 180"/>
                <a:gd name="sh" fmla="*/ 1 h 240"/>
                <a:gd name="mins" fmla="min sw sh"/>
                <a:gd name="dsw" fmla="+- 0 sw mins"/>
                <a:gd name="dsh" fmla="+- 0 sh mins"/>
                <a:gd name="p0x0" fmla="*/ 0 w 180"/>
                <a:gd name="p0y0" fmla="*/ 240 h 240"/>
                <a:gd name="p0x1" fmla="*/ 0 w 180"/>
                <a:gd name="p0y1" fmla="*/ 0 h 240"/>
                <a:gd name="p0x2" fmla="*/ 180 w 180"/>
                <a:gd name="p0y2" fmla="*/ 120 h 240"/>
                <a:gd name="p0x3" fmla="*/ 0 w 180"/>
                <a:gd name="p0y3" fmla="*/ 24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6" name="任意多边形 45"/>
          <p:cNvSpPr/>
          <p:nvPr>
            <p:custDataLst>
              <p:tags r:id="rId45"/>
            </p:custDataLst>
          </p:nvPr>
        </p:nvSpPr>
        <p:spPr>
          <a:xfrm>
            <a:off x="7919720" y="1899920"/>
            <a:ext cx="904875" cy="409575"/>
          </a:xfrm>
          <a:custGeom>
            <a:avLst/>
            <a:gdLst>
              <a:gd name="sw" fmla="*/ 1 w 1425"/>
              <a:gd name="sh" fmla="*/ 1 h 645"/>
              <a:gd name="mins" fmla="min sw sh"/>
              <a:gd name="dsw" fmla="+- 0 sw mins"/>
              <a:gd name="dsh" fmla="+- 0 sh mins"/>
              <a:gd name="p0x0" fmla="*/ 120 w 1425"/>
              <a:gd name="p0y0" fmla="*/ 0 h 645"/>
              <a:gd name="p0x1" fmla="*/ 1305 w 1425"/>
              <a:gd name="p0y1" fmla="*/ 0 h 645"/>
              <a:gd name="p0x2" fmla="*/ 1371 w 1425"/>
              <a:gd name="p0y2" fmla="*/ 0 h 645"/>
              <a:gd name="p0x3" fmla="*/ 1425 w 1425"/>
              <a:gd name="p0y3" fmla="*/ 53 h 645"/>
              <a:gd name="p0x4" fmla="*/ 1425 w 1425"/>
              <a:gd name="p0y4" fmla="*/ 120 h 645"/>
              <a:gd name="p0x5" fmla="*/ 1425 w 1425"/>
              <a:gd name="p0y5" fmla="*/ 525 h 645"/>
              <a:gd name="p0x6" fmla="*/ 1425 w 1425"/>
              <a:gd name="p0y6" fmla="*/ 591 h 645"/>
              <a:gd name="p0x7" fmla="*/ 1371 w 1425"/>
              <a:gd name="p0y7" fmla="*/ 645 h 645"/>
              <a:gd name="p0x8" fmla="*/ 1305 w 1425"/>
              <a:gd name="p0y8" fmla="*/ 645 h 645"/>
              <a:gd name="p0x9" fmla="*/ 120 w 1425"/>
              <a:gd name="p0y9" fmla="*/ 645 h 645"/>
              <a:gd name="p0x10" fmla="*/ 53 w 1425"/>
              <a:gd name="p0y10" fmla="*/ 645 h 645"/>
              <a:gd name="p0x11" fmla="*/ 0 w 1425"/>
              <a:gd name="p0y11" fmla="*/ 591 h 645"/>
              <a:gd name="p0x12" fmla="*/ 0 w 1425"/>
              <a:gd name="p0y12" fmla="*/ 525 h 645"/>
              <a:gd name="p0x13" fmla="*/ 0 w 1425"/>
              <a:gd name="p0y13" fmla="*/ 120 h 645"/>
              <a:gd name="p0x14" fmla="*/ 0 w 1425"/>
              <a:gd name="p0y14" fmla="*/ 53 h 645"/>
              <a:gd name="p0x15" fmla="*/ 53 w 1425"/>
              <a:gd name="p0y15" fmla="*/ 0 h 645"/>
              <a:gd name="p0x16" fmla="*/ 120 w 1425"/>
              <a:gd name="p0y16" fmla="*/ 0 h 6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2563EB">
                <a:alpha val="3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46"/>
            </p:custDataLst>
          </p:nvPr>
        </p:nvSpPr>
        <p:spPr>
          <a:xfrm>
            <a:off x="8105775" y="1994535"/>
            <a:ext cx="66675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合规运营</a:t>
            </a:r>
            <a:endParaRPr sz="105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2" name="组合 51"/>
          <p:cNvGrpSpPr/>
          <p:nvPr>
            <p:custDataLst>
              <p:tags r:id="rId47"/>
            </p:custDataLst>
          </p:nvPr>
        </p:nvGrpSpPr>
        <p:grpSpPr>
          <a:xfrm>
            <a:off x="8943975" y="2028825"/>
            <a:ext cx="114300" cy="152400"/>
            <a:chOff x="14085" y="3195"/>
            <a:chExt cx="180" cy="240"/>
          </a:xfrm>
        </p:grpSpPr>
        <p:sp>
          <p:nvSpPr>
            <p:cNvPr id="48" name="任意多边形 47"/>
            <p:cNvSpPr/>
            <p:nvPr>
              <p:custDataLst>
                <p:tags r:id="rId48"/>
              </p:custDataLst>
            </p:nvPr>
          </p:nvSpPr>
          <p:spPr>
            <a:xfrm>
              <a:off x="14085" y="3195"/>
              <a:ext cx="180" cy="240"/>
            </a:xfrm>
            <a:custGeom>
              <a:avLst/>
              <a:gdLst>
                <a:gd name="sw" fmla="*/ 1 w 180"/>
                <a:gd name="sh" fmla="*/ 1 h 240"/>
                <a:gd name="mins" fmla="min sw sh"/>
                <a:gd name="dsw" fmla="+- 0 sw mins"/>
                <a:gd name="dsh" fmla="+- 0 sh mins"/>
                <a:gd name="p0x0" fmla="*/ 0 w 180"/>
                <a:gd name="p0y0" fmla="*/ 0 h 240"/>
                <a:gd name="p0x1" fmla="*/ 180 w 180"/>
                <a:gd name="p0y1" fmla="*/ 0 h 240"/>
                <a:gd name="p0x2" fmla="*/ 180 w 180"/>
                <a:gd name="p0y2" fmla="*/ 240 h 240"/>
                <a:gd name="p0x3" fmla="*/ 0 w 180"/>
                <a:gd name="p0y3" fmla="*/ 240 h 240"/>
                <a:gd name="p0x4" fmla="*/ 0 w 180"/>
                <a:gd name="p0y4" fmla="*/ 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9" name="任意多边形 48"/>
            <p:cNvSpPr/>
            <p:nvPr>
              <p:custDataLst>
                <p:tags r:id="rId49"/>
              </p:custDataLst>
            </p:nvPr>
          </p:nvSpPr>
          <p:spPr>
            <a:xfrm>
              <a:off x="14085" y="3195"/>
              <a:ext cx="180" cy="120"/>
            </a:xfrm>
            <a:custGeom>
              <a:avLst/>
              <a:gdLst>
                <a:gd name="sw" fmla="*/ 1 w 180"/>
                <a:gd name="sh" fmla="*/ 1 h 120"/>
                <a:gd name="mins" fmla="min sw sh"/>
                <a:gd name="dsw" fmla="+- 0 sw mins"/>
                <a:gd name="dsh" fmla="+- 0 sh mins"/>
                <a:gd name="p0x0" fmla="*/ 0 w 180"/>
                <a:gd name="p0y0" fmla="*/ 0 h 120"/>
                <a:gd name="p0x1" fmla="*/ 180 w 180"/>
                <a:gd name="p0y1" fmla="*/ 0 h 120"/>
                <a:gd name="p0x2" fmla="*/ 180 w 180"/>
                <a:gd name="p0y2" fmla="*/ 120 h 120"/>
                <a:gd name="p0x3" fmla="*/ 0 w 180"/>
                <a:gd name="p0y3" fmla="*/ 0 h 1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0" name="任意多边形 49"/>
            <p:cNvSpPr/>
            <p:nvPr>
              <p:custDataLst>
                <p:tags r:id="rId50"/>
              </p:custDataLst>
            </p:nvPr>
          </p:nvSpPr>
          <p:spPr>
            <a:xfrm>
              <a:off x="14085" y="3315"/>
              <a:ext cx="180" cy="120"/>
            </a:xfrm>
            <a:custGeom>
              <a:avLst/>
              <a:gdLst>
                <a:gd name="sw" fmla="*/ 1 w 180"/>
                <a:gd name="sh" fmla="*/ 1 h 120"/>
                <a:gd name="mins" fmla="min sw sh"/>
                <a:gd name="dsw" fmla="+- 0 sw mins"/>
                <a:gd name="dsh" fmla="+- 0 sh mins"/>
                <a:gd name="p0x0" fmla="*/ 180 w 180"/>
                <a:gd name="p0y0" fmla="*/ 120 h 120"/>
                <a:gd name="p0x1" fmla="*/ 0 w 180"/>
                <a:gd name="p0y1" fmla="*/ 120 h 120"/>
                <a:gd name="p0x2" fmla="*/ 180 w 180"/>
                <a:gd name="p0y2" fmla="*/ 0 h 120"/>
                <a:gd name="p0x3" fmla="*/ 180 w 180"/>
                <a:gd name="p0y3" fmla="*/ 120 h 1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1" name="任意多边形 50"/>
            <p:cNvSpPr/>
            <p:nvPr>
              <p:custDataLst>
                <p:tags r:id="rId51"/>
              </p:custDataLst>
            </p:nvPr>
          </p:nvSpPr>
          <p:spPr>
            <a:xfrm>
              <a:off x="14085" y="3195"/>
              <a:ext cx="180" cy="240"/>
            </a:xfrm>
            <a:custGeom>
              <a:avLst/>
              <a:gdLst>
                <a:gd name="sw" fmla="*/ 1 w 180"/>
                <a:gd name="sh" fmla="*/ 1 h 240"/>
                <a:gd name="mins" fmla="min sw sh"/>
                <a:gd name="dsw" fmla="+- 0 sw mins"/>
                <a:gd name="dsh" fmla="+- 0 sh mins"/>
                <a:gd name="p0x0" fmla="*/ 0 w 180"/>
                <a:gd name="p0y0" fmla="*/ 240 h 240"/>
                <a:gd name="p0x1" fmla="*/ 0 w 180"/>
                <a:gd name="p0y1" fmla="*/ 0 h 240"/>
                <a:gd name="p0x2" fmla="*/ 180 w 180"/>
                <a:gd name="p0y2" fmla="*/ 120 h 240"/>
                <a:gd name="p0x3" fmla="*/ 0 w 180"/>
                <a:gd name="p0y3" fmla="*/ 24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3" name="任意多边形 52"/>
          <p:cNvSpPr/>
          <p:nvPr>
            <p:custDataLst>
              <p:tags r:id="rId52"/>
            </p:custDataLst>
          </p:nvPr>
        </p:nvSpPr>
        <p:spPr>
          <a:xfrm>
            <a:off x="9177020" y="1899920"/>
            <a:ext cx="904875" cy="409575"/>
          </a:xfrm>
          <a:custGeom>
            <a:avLst/>
            <a:gdLst>
              <a:gd name="sw" fmla="*/ 1 w 1425"/>
              <a:gd name="sh" fmla="*/ 1 h 645"/>
              <a:gd name="mins" fmla="min sw sh"/>
              <a:gd name="dsw" fmla="+- 0 sw mins"/>
              <a:gd name="dsh" fmla="+- 0 sh mins"/>
              <a:gd name="p0x0" fmla="*/ 120 w 1425"/>
              <a:gd name="p0y0" fmla="*/ 0 h 645"/>
              <a:gd name="p0x1" fmla="*/ 1305 w 1425"/>
              <a:gd name="p0y1" fmla="*/ 0 h 645"/>
              <a:gd name="p0x2" fmla="*/ 1371 w 1425"/>
              <a:gd name="p0y2" fmla="*/ 0 h 645"/>
              <a:gd name="p0x3" fmla="*/ 1425 w 1425"/>
              <a:gd name="p0y3" fmla="*/ 53 h 645"/>
              <a:gd name="p0x4" fmla="*/ 1425 w 1425"/>
              <a:gd name="p0y4" fmla="*/ 120 h 645"/>
              <a:gd name="p0x5" fmla="*/ 1425 w 1425"/>
              <a:gd name="p0y5" fmla="*/ 525 h 645"/>
              <a:gd name="p0x6" fmla="*/ 1425 w 1425"/>
              <a:gd name="p0y6" fmla="*/ 591 h 645"/>
              <a:gd name="p0x7" fmla="*/ 1371 w 1425"/>
              <a:gd name="p0y7" fmla="*/ 645 h 645"/>
              <a:gd name="p0x8" fmla="*/ 1305 w 1425"/>
              <a:gd name="p0y8" fmla="*/ 645 h 645"/>
              <a:gd name="p0x9" fmla="*/ 120 w 1425"/>
              <a:gd name="p0y9" fmla="*/ 645 h 645"/>
              <a:gd name="p0x10" fmla="*/ 53 w 1425"/>
              <a:gd name="p0y10" fmla="*/ 645 h 645"/>
              <a:gd name="p0x11" fmla="*/ 0 w 1425"/>
              <a:gd name="p0y11" fmla="*/ 591 h 645"/>
              <a:gd name="p0x12" fmla="*/ 0 w 1425"/>
              <a:gd name="p0y12" fmla="*/ 525 h 645"/>
              <a:gd name="p0x13" fmla="*/ 0 w 1425"/>
              <a:gd name="p0y13" fmla="*/ 120 h 645"/>
              <a:gd name="p0x14" fmla="*/ 0 w 1425"/>
              <a:gd name="p0y14" fmla="*/ 53 h 645"/>
              <a:gd name="p0x15" fmla="*/ 53 w 1425"/>
              <a:gd name="p0y15" fmla="*/ 0 h 645"/>
              <a:gd name="p0x16" fmla="*/ 120 w 1425"/>
              <a:gd name="p0y16" fmla="*/ 0 h 6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2563EB">
                <a:alpha val="3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>
            <p:custDataLst>
              <p:tags r:id="rId53"/>
            </p:custDataLst>
          </p:nvPr>
        </p:nvSpPr>
        <p:spPr>
          <a:xfrm>
            <a:off x="9363075" y="1994535"/>
            <a:ext cx="66675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流量获取</a:t>
            </a:r>
            <a:endParaRPr sz="105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9" name="组合 58"/>
          <p:cNvGrpSpPr/>
          <p:nvPr>
            <p:custDataLst>
              <p:tags r:id="rId54"/>
            </p:custDataLst>
          </p:nvPr>
        </p:nvGrpSpPr>
        <p:grpSpPr>
          <a:xfrm>
            <a:off x="10201275" y="2028825"/>
            <a:ext cx="114300" cy="152400"/>
            <a:chOff x="16065" y="3195"/>
            <a:chExt cx="180" cy="240"/>
          </a:xfrm>
        </p:grpSpPr>
        <p:sp>
          <p:nvSpPr>
            <p:cNvPr id="55" name="任意多边形 54"/>
            <p:cNvSpPr/>
            <p:nvPr>
              <p:custDataLst>
                <p:tags r:id="rId55"/>
              </p:custDataLst>
            </p:nvPr>
          </p:nvSpPr>
          <p:spPr>
            <a:xfrm>
              <a:off x="16065" y="3195"/>
              <a:ext cx="180" cy="240"/>
            </a:xfrm>
            <a:custGeom>
              <a:avLst/>
              <a:gdLst>
                <a:gd name="sw" fmla="*/ 1 w 180"/>
                <a:gd name="sh" fmla="*/ 1 h 240"/>
                <a:gd name="mins" fmla="min sw sh"/>
                <a:gd name="dsw" fmla="+- 0 sw mins"/>
                <a:gd name="dsh" fmla="+- 0 sh mins"/>
                <a:gd name="p0x0" fmla="*/ 0 w 180"/>
                <a:gd name="p0y0" fmla="*/ 0 h 240"/>
                <a:gd name="p0x1" fmla="*/ 180 w 180"/>
                <a:gd name="p0y1" fmla="*/ 0 h 240"/>
                <a:gd name="p0x2" fmla="*/ 180 w 180"/>
                <a:gd name="p0y2" fmla="*/ 240 h 240"/>
                <a:gd name="p0x3" fmla="*/ 0 w 180"/>
                <a:gd name="p0y3" fmla="*/ 240 h 240"/>
                <a:gd name="p0x4" fmla="*/ 0 w 180"/>
                <a:gd name="p0y4" fmla="*/ 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6" name="任意多边形 55"/>
            <p:cNvSpPr/>
            <p:nvPr>
              <p:custDataLst>
                <p:tags r:id="rId56"/>
              </p:custDataLst>
            </p:nvPr>
          </p:nvSpPr>
          <p:spPr>
            <a:xfrm>
              <a:off x="16065" y="3195"/>
              <a:ext cx="180" cy="120"/>
            </a:xfrm>
            <a:custGeom>
              <a:avLst/>
              <a:gdLst>
                <a:gd name="sw" fmla="*/ 1 w 180"/>
                <a:gd name="sh" fmla="*/ 1 h 120"/>
                <a:gd name="mins" fmla="min sw sh"/>
                <a:gd name="dsw" fmla="+- 0 sw mins"/>
                <a:gd name="dsh" fmla="+- 0 sh mins"/>
                <a:gd name="p0x0" fmla="*/ 0 w 180"/>
                <a:gd name="p0y0" fmla="*/ 0 h 120"/>
                <a:gd name="p0x1" fmla="*/ 180 w 180"/>
                <a:gd name="p0y1" fmla="*/ 0 h 120"/>
                <a:gd name="p0x2" fmla="*/ 180 w 180"/>
                <a:gd name="p0y2" fmla="*/ 120 h 120"/>
                <a:gd name="p0x3" fmla="*/ 0 w 180"/>
                <a:gd name="p0y3" fmla="*/ 0 h 1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7" name="任意多边形 56"/>
            <p:cNvSpPr/>
            <p:nvPr>
              <p:custDataLst>
                <p:tags r:id="rId57"/>
              </p:custDataLst>
            </p:nvPr>
          </p:nvSpPr>
          <p:spPr>
            <a:xfrm>
              <a:off x="16065" y="3315"/>
              <a:ext cx="180" cy="120"/>
            </a:xfrm>
            <a:custGeom>
              <a:avLst/>
              <a:gdLst>
                <a:gd name="sw" fmla="*/ 1 w 180"/>
                <a:gd name="sh" fmla="*/ 1 h 120"/>
                <a:gd name="mins" fmla="min sw sh"/>
                <a:gd name="dsw" fmla="+- 0 sw mins"/>
                <a:gd name="dsh" fmla="+- 0 sh mins"/>
                <a:gd name="p0x0" fmla="*/ 180 w 180"/>
                <a:gd name="p0y0" fmla="*/ 120 h 120"/>
                <a:gd name="p0x1" fmla="*/ 0 w 180"/>
                <a:gd name="p0y1" fmla="*/ 120 h 120"/>
                <a:gd name="p0x2" fmla="*/ 180 w 180"/>
                <a:gd name="p0y2" fmla="*/ 0 h 120"/>
                <a:gd name="p0x3" fmla="*/ 180 w 180"/>
                <a:gd name="p0y3" fmla="*/ 120 h 1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8" name="任意多边形 57"/>
            <p:cNvSpPr/>
            <p:nvPr>
              <p:custDataLst>
                <p:tags r:id="rId58"/>
              </p:custDataLst>
            </p:nvPr>
          </p:nvSpPr>
          <p:spPr>
            <a:xfrm>
              <a:off x="16065" y="3195"/>
              <a:ext cx="180" cy="240"/>
            </a:xfrm>
            <a:custGeom>
              <a:avLst/>
              <a:gdLst>
                <a:gd name="sw" fmla="*/ 1 w 180"/>
                <a:gd name="sh" fmla="*/ 1 h 240"/>
                <a:gd name="mins" fmla="min sw sh"/>
                <a:gd name="dsw" fmla="+- 0 sw mins"/>
                <a:gd name="dsh" fmla="+- 0 sh mins"/>
                <a:gd name="p0x0" fmla="*/ 0 w 180"/>
                <a:gd name="p0y0" fmla="*/ 240 h 240"/>
                <a:gd name="p0x1" fmla="*/ 0 w 180"/>
                <a:gd name="p0y1" fmla="*/ 0 h 240"/>
                <a:gd name="p0x2" fmla="*/ 180 w 180"/>
                <a:gd name="p0y2" fmla="*/ 120 h 240"/>
                <a:gd name="p0x3" fmla="*/ 0 w 180"/>
                <a:gd name="p0y3" fmla="*/ 240 h 2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0" name="任意多边形 59"/>
          <p:cNvSpPr/>
          <p:nvPr>
            <p:custDataLst>
              <p:tags r:id="rId59"/>
            </p:custDataLst>
          </p:nvPr>
        </p:nvSpPr>
        <p:spPr>
          <a:xfrm>
            <a:off x="10434320" y="1899920"/>
            <a:ext cx="904875" cy="409575"/>
          </a:xfrm>
          <a:custGeom>
            <a:avLst/>
            <a:gdLst>
              <a:gd name="sw" fmla="*/ 1 w 1425"/>
              <a:gd name="sh" fmla="*/ 1 h 645"/>
              <a:gd name="mins" fmla="min sw sh"/>
              <a:gd name="dsw" fmla="+- 0 sw mins"/>
              <a:gd name="dsh" fmla="+- 0 sh mins"/>
              <a:gd name="p0x0" fmla="*/ 120 w 1425"/>
              <a:gd name="p0y0" fmla="*/ 0 h 645"/>
              <a:gd name="p0x1" fmla="*/ 1305 w 1425"/>
              <a:gd name="p0y1" fmla="*/ 0 h 645"/>
              <a:gd name="p0x2" fmla="*/ 1371 w 1425"/>
              <a:gd name="p0y2" fmla="*/ 0 h 645"/>
              <a:gd name="p0x3" fmla="*/ 1425 w 1425"/>
              <a:gd name="p0y3" fmla="*/ 53 h 645"/>
              <a:gd name="p0x4" fmla="*/ 1425 w 1425"/>
              <a:gd name="p0y4" fmla="*/ 120 h 645"/>
              <a:gd name="p0x5" fmla="*/ 1425 w 1425"/>
              <a:gd name="p0y5" fmla="*/ 525 h 645"/>
              <a:gd name="p0x6" fmla="*/ 1425 w 1425"/>
              <a:gd name="p0y6" fmla="*/ 591 h 645"/>
              <a:gd name="p0x7" fmla="*/ 1371 w 1425"/>
              <a:gd name="p0y7" fmla="*/ 645 h 645"/>
              <a:gd name="p0x8" fmla="*/ 1305 w 1425"/>
              <a:gd name="p0y8" fmla="*/ 645 h 645"/>
              <a:gd name="p0x9" fmla="*/ 120 w 1425"/>
              <a:gd name="p0y9" fmla="*/ 645 h 645"/>
              <a:gd name="p0x10" fmla="*/ 53 w 1425"/>
              <a:gd name="p0y10" fmla="*/ 645 h 645"/>
              <a:gd name="p0x11" fmla="*/ 0 w 1425"/>
              <a:gd name="p0y11" fmla="*/ 591 h 645"/>
              <a:gd name="p0x12" fmla="*/ 0 w 1425"/>
              <a:gd name="p0y12" fmla="*/ 525 h 645"/>
              <a:gd name="p0x13" fmla="*/ 0 w 1425"/>
              <a:gd name="p0y13" fmla="*/ 120 h 645"/>
              <a:gd name="p0x14" fmla="*/ 0 w 1425"/>
              <a:gd name="p0y14" fmla="*/ 53 h 645"/>
              <a:gd name="p0x15" fmla="*/ 53 w 1425"/>
              <a:gd name="p0y15" fmla="*/ 0 h 645"/>
              <a:gd name="p0x16" fmla="*/ 120 w 1425"/>
              <a:gd name="p0y16" fmla="*/ 0 h 6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2563EB">
                <a:alpha val="3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文本框 60"/>
          <p:cNvSpPr txBox="1"/>
          <p:nvPr>
            <p:custDataLst>
              <p:tags r:id="rId60"/>
            </p:custDataLst>
          </p:nvPr>
        </p:nvSpPr>
        <p:spPr>
          <a:xfrm>
            <a:off x="10620375" y="1994535"/>
            <a:ext cx="66675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品牌建设</a:t>
            </a:r>
            <a:endParaRPr sz="105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4" name="组合 63"/>
          <p:cNvGrpSpPr/>
          <p:nvPr>
            <p:custDataLst>
              <p:tags r:id="rId61"/>
            </p:custDataLst>
          </p:nvPr>
        </p:nvGrpSpPr>
        <p:grpSpPr>
          <a:xfrm>
            <a:off x="6657975" y="2619375"/>
            <a:ext cx="4686300" cy="1189990"/>
            <a:chOff x="10485" y="4125"/>
            <a:chExt cx="7380" cy="1874"/>
          </a:xfrm>
        </p:grpSpPr>
        <p:sp>
          <p:nvSpPr>
            <p:cNvPr id="62" name="任意多边形 61"/>
            <p:cNvSpPr/>
            <p:nvPr>
              <p:custDataLst>
                <p:tags r:id="rId62"/>
              </p:custDataLst>
            </p:nvPr>
          </p:nvSpPr>
          <p:spPr>
            <a:xfrm>
              <a:off x="10485" y="4125"/>
              <a:ext cx="7380" cy="1875"/>
            </a:xfrm>
            <a:custGeom>
              <a:avLst/>
              <a:gdLst>
                <a:gd name="sw" fmla="*/ 1 w 7380"/>
                <a:gd name="sh" fmla="*/ 1 h 1875"/>
                <a:gd name="mins" fmla="min sw sh"/>
                <a:gd name="dsw" fmla="+- 0 sw mins"/>
                <a:gd name="dsh" fmla="+- 0 sh mins"/>
                <a:gd name="p0x0" fmla="*/ 0 w 7380"/>
                <a:gd name="p0y0" fmla="*/ 0 h 1875"/>
                <a:gd name="p0x1" fmla="*/ 7380 w 7380"/>
                <a:gd name="p0y1" fmla="*/ 0 h 1875"/>
                <a:gd name="p0x2" fmla="*/ 7380 w 7380"/>
                <a:gd name="p0y2" fmla="*/ 1875 h 1875"/>
                <a:gd name="p0x3" fmla="*/ 0 w 7380"/>
                <a:gd name="p0y3" fmla="*/ 1875 h 1875"/>
                <a:gd name="p0x4" fmla="*/ 0 w 7380"/>
                <a:gd name="p0y4" fmla="*/ 0 h 18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3" name="任意多边形 62"/>
            <p:cNvSpPr/>
            <p:nvPr>
              <p:custDataLst>
                <p:tags r:id="rId63"/>
              </p:custDataLst>
            </p:nvPr>
          </p:nvSpPr>
          <p:spPr>
            <a:xfrm>
              <a:off x="10485" y="4125"/>
              <a:ext cx="7380" cy="15"/>
            </a:xfrm>
            <a:custGeom>
              <a:avLst/>
              <a:gdLst>
                <a:gd name="sw" fmla="*/ 1 w 7380"/>
                <a:gd name="sh" fmla="*/ 1 h 15"/>
                <a:gd name="mins" fmla="min sw sh"/>
                <a:gd name="dsw" fmla="+- 0 sw mins"/>
                <a:gd name="dsh" fmla="+- 0 sh mins"/>
                <a:gd name="p0x0" fmla="*/ 0 w 7380"/>
                <a:gd name="p0y0" fmla="*/ 0 h 15"/>
                <a:gd name="p0x1" fmla="*/ 7380 w 7380"/>
                <a:gd name="p0y1" fmla="*/ 0 h 15"/>
                <a:gd name="p0x2" fmla="*/ 7380 w 7380"/>
                <a:gd name="p0y2" fmla="*/ 15 h 15"/>
                <a:gd name="p0x3" fmla="*/ 0 w 7380"/>
                <a:gd name="p0y3" fmla="*/ 15 h 15"/>
                <a:gd name="p0x4" fmla="*/ 0 w 738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5E7E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5" name="文本框 64"/>
          <p:cNvSpPr txBox="1"/>
          <p:nvPr>
            <p:custDataLst>
              <p:tags r:id="rId64"/>
            </p:custDataLst>
          </p:nvPr>
        </p:nvSpPr>
        <p:spPr>
          <a:xfrm>
            <a:off x="6657975" y="2989898"/>
            <a:ext cx="66675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细分品类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65"/>
            </p:custDataLst>
          </p:nvPr>
        </p:nvSpPr>
        <p:spPr>
          <a:xfrm>
            <a:off x="7267575" y="2884170"/>
            <a:ext cx="933450" cy="346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21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TOP10</a:t>
            </a:r>
            <a:endParaRPr sz="21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7" name="文本框 66"/>
          <p:cNvSpPr txBox="1"/>
          <p:nvPr>
            <p:custDataLst>
              <p:tags r:id="rId66"/>
            </p:custDataLst>
          </p:nvPr>
        </p:nvSpPr>
        <p:spPr>
          <a:xfrm>
            <a:off x="6657975" y="3542347"/>
            <a:ext cx="53340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月销超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文本框 67"/>
          <p:cNvSpPr txBox="1"/>
          <p:nvPr>
            <p:custDataLst>
              <p:tags r:id="rId67"/>
            </p:custDataLst>
          </p:nvPr>
        </p:nvSpPr>
        <p:spPr>
          <a:xfrm>
            <a:off x="7134225" y="3436620"/>
            <a:ext cx="971550" cy="346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21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500</a:t>
            </a:r>
            <a:r>
              <a:rPr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sz="12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任意多边形 68"/>
          <p:cNvSpPr/>
          <p:nvPr>
            <p:custDataLst>
              <p:tags r:id="rId68"/>
            </p:custDataLst>
          </p:nvPr>
        </p:nvSpPr>
        <p:spPr>
          <a:xfrm>
            <a:off x="571500" y="5448300"/>
            <a:ext cx="11049000" cy="762000"/>
          </a:xfrm>
          <a:custGeom>
            <a:avLst/>
            <a:gdLst>
              <a:gd name="sw" fmla="*/ 1 w 17400"/>
              <a:gd name="sh" fmla="*/ 1 h 1200"/>
              <a:gd name="mins" fmla="min sw sh"/>
              <a:gd name="dsw" fmla="+- 0 sw mins"/>
              <a:gd name="dsh" fmla="+- 0 sh mins"/>
              <a:gd name="p0x0" fmla="*/ 150 w 17400"/>
              <a:gd name="p0y0" fmla="*/ 0 h 1200"/>
              <a:gd name="p0x1" fmla="*/ 17250 w 17400"/>
              <a:gd name="p0y1" fmla="*/ 0 h 1200"/>
              <a:gd name="p0x2" fmla="*/ 17332 w 17400"/>
              <a:gd name="p0y2" fmla="*/ 0 h 1200"/>
              <a:gd name="p0x3" fmla="*/ 17400 w 17400"/>
              <a:gd name="p0y3" fmla="*/ 67 h 1200"/>
              <a:gd name="p0x4" fmla="*/ 17400 w 17400"/>
              <a:gd name="p0y4" fmla="*/ 150 h 1200"/>
              <a:gd name="p0x5" fmla="*/ 17400 w 17400"/>
              <a:gd name="p0y5" fmla="*/ 1050 h 1200"/>
              <a:gd name="p0x6" fmla="*/ 17400 w 17400"/>
              <a:gd name="p0y6" fmla="*/ 1132 h 1200"/>
              <a:gd name="p0x7" fmla="*/ 17332 w 17400"/>
              <a:gd name="p0y7" fmla="*/ 1200 h 1200"/>
              <a:gd name="p0x8" fmla="*/ 17250 w 17400"/>
              <a:gd name="p0y8" fmla="*/ 1200 h 1200"/>
              <a:gd name="p0x9" fmla="*/ 150 w 17400"/>
              <a:gd name="p0y9" fmla="*/ 1200 h 1200"/>
              <a:gd name="p0x10" fmla="*/ 67 w 17400"/>
              <a:gd name="p0y10" fmla="*/ 1200 h 1200"/>
              <a:gd name="p0x11" fmla="*/ 0 w 17400"/>
              <a:gd name="p0y11" fmla="*/ 1132 h 1200"/>
              <a:gd name="p0x12" fmla="*/ 0 w 17400"/>
              <a:gd name="p0y12" fmla="*/ 1050 h 1200"/>
              <a:gd name="p0x13" fmla="*/ 0 w 17400"/>
              <a:gd name="p0y13" fmla="*/ 150 h 1200"/>
              <a:gd name="p0x14" fmla="*/ 0 w 17400"/>
              <a:gd name="p0y14" fmla="*/ 67 h 1200"/>
              <a:gd name="p0x15" fmla="*/ 67 w 17400"/>
              <a:gd name="p0y15" fmla="*/ 0 h 1200"/>
              <a:gd name="p0x16" fmla="*/ 150 w 17400"/>
              <a:gd name="p0y16" fmla="*/ 0 h 12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2563EB"/>
              </a:gs>
              <a:gs pos="100000">
                <a:srgbClr val="10B981"/>
              </a:gs>
            </a:gsLst>
            <a:lin ang="2700000"/>
          </a:gradFill>
          <a:ln>
            <a:noFill/>
          </a:ln>
          <a:effectLst>
            <a:outerShdw blurRad="171450" dist="19050" dir="5399999" algn="ctr" rotWithShape="0">
              <a:srgbClr val="2563EB">
                <a:alpha val="2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文本框 69"/>
          <p:cNvSpPr txBox="1"/>
          <p:nvPr>
            <p:custDataLst>
              <p:tags r:id="rId69"/>
            </p:custDataLst>
          </p:nvPr>
        </p:nvSpPr>
        <p:spPr>
          <a:xfrm>
            <a:off x="4953000" y="5676900"/>
            <a:ext cx="247650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沉淀方法论，验证服务方案</a:t>
            </a:r>
            <a:endParaRPr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3F2FD"/>
            </a:gs>
            <a:gs pos="100000">
              <a:srgbClr val="F5F7FA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571500" y="476250"/>
            <a:ext cx="11049000" cy="3143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核心竞争力</a:t>
            </a:r>
            <a:r>
              <a:rPr lang="en-US" altLang="zh-CN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</a:t>
            </a: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：行业领先的技术支撑体系</a:t>
            </a:r>
            <a:endParaRPr lang="zh-CN" altLang="en-US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2"/>
            </p:custDataLst>
          </p:nvPr>
        </p:nvSpPr>
        <p:spPr>
          <a:xfrm>
            <a:off x="575945" y="1056005"/>
            <a:ext cx="2466975" cy="2371725"/>
          </a:xfrm>
          <a:custGeom>
            <a:avLst/>
            <a:gdLst>
              <a:gd name="sw" fmla="*/ 1 w 3885"/>
              <a:gd name="sh" fmla="*/ 1 h 3735"/>
              <a:gd name="mins" fmla="min sw sh"/>
              <a:gd name="dsw" fmla="+- 0 sw mins"/>
              <a:gd name="dsh" fmla="+- 0 sh mins"/>
              <a:gd name="p0x0" fmla="*/ 180 w 3885"/>
              <a:gd name="p0y0" fmla="*/ 0 h 3735"/>
              <a:gd name="p0x1" fmla="*/ 3705 w 3885"/>
              <a:gd name="p0y1" fmla="*/ 0 h 3735"/>
              <a:gd name="p0x2" fmla="*/ 3804 w 3885"/>
              <a:gd name="p0y2" fmla="*/ 0 h 3735"/>
              <a:gd name="p0x3" fmla="*/ 3885 w 3885"/>
              <a:gd name="p0y3" fmla="*/ 80 h 3735"/>
              <a:gd name="p0x4" fmla="*/ 3885 w 3885"/>
              <a:gd name="p0y4" fmla="*/ 180 h 3735"/>
              <a:gd name="p0x5" fmla="*/ 3885 w 3885"/>
              <a:gd name="p0y5" fmla="*/ 3555 h 3735"/>
              <a:gd name="p0x6" fmla="*/ 3885 w 3885"/>
              <a:gd name="p0y6" fmla="*/ 3654 h 3735"/>
              <a:gd name="p0x7" fmla="*/ 3804 w 3885"/>
              <a:gd name="p0y7" fmla="*/ 3735 h 3735"/>
              <a:gd name="p0x8" fmla="*/ 3705 w 3885"/>
              <a:gd name="p0y8" fmla="*/ 3735 h 3735"/>
              <a:gd name="p0x9" fmla="*/ 180 w 3885"/>
              <a:gd name="p0y9" fmla="*/ 3735 h 3735"/>
              <a:gd name="p0x10" fmla="*/ 80 w 3885"/>
              <a:gd name="p0y10" fmla="*/ 3735 h 3735"/>
              <a:gd name="p0x11" fmla="*/ 0 w 3885"/>
              <a:gd name="p0y11" fmla="*/ 3654 h 3735"/>
              <a:gd name="p0x12" fmla="*/ 0 w 3885"/>
              <a:gd name="p0y12" fmla="*/ 3555 h 3735"/>
              <a:gd name="p0x13" fmla="*/ 0 w 3885"/>
              <a:gd name="p0y13" fmla="*/ 180 h 3735"/>
              <a:gd name="p0x14" fmla="*/ 0 w 3885"/>
              <a:gd name="p0y14" fmla="*/ 80 h 3735"/>
              <a:gd name="p0x15" fmla="*/ 80 w 3885"/>
              <a:gd name="p0y15" fmla="*/ 0 h 3735"/>
              <a:gd name="p0x16" fmla="*/ 180 w 3885"/>
              <a:gd name="p0y16" fmla="*/ 0 h 37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17145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771525" y="134175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rgbClr val="2563EB"/>
              </a:gs>
              <a:gs pos="100000">
                <a:srgbClr val="10B981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942975" y="1263882"/>
            <a:ext cx="1200150" cy="2228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35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智能内核引擎</a:t>
            </a:r>
            <a:endParaRPr sz="135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5"/>
            </p:custDataLst>
          </p:nvPr>
        </p:nvSpPr>
        <p:spPr>
          <a:xfrm>
            <a:off x="771525" y="172720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9CA3A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904875" y="1643929"/>
            <a:ext cx="666750" cy="2343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意图识别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7"/>
            </p:custDataLst>
          </p:nvPr>
        </p:nvSpPr>
        <p:spPr>
          <a:xfrm>
            <a:off x="771525" y="205486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9CA3A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904875" y="1971503"/>
            <a:ext cx="666750" cy="2343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自我学习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9"/>
            </p:custDataLst>
          </p:nvPr>
        </p:nvSpPr>
        <p:spPr>
          <a:xfrm>
            <a:off x="3433445" y="1056005"/>
            <a:ext cx="2466975" cy="2371725"/>
          </a:xfrm>
          <a:custGeom>
            <a:avLst/>
            <a:gdLst>
              <a:gd name="sw" fmla="*/ 1 w 3885"/>
              <a:gd name="sh" fmla="*/ 1 h 3735"/>
              <a:gd name="mins" fmla="min sw sh"/>
              <a:gd name="dsw" fmla="+- 0 sw mins"/>
              <a:gd name="dsh" fmla="+- 0 sh mins"/>
              <a:gd name="p0x0" fmla="*/ 180 w 3885"/>
              <a:gd name="p0y0" fmla="*/ 0 h 3735"/>
              <a:gd name="p0x1" fmla="*/ 3705 w 3885"/>
              <a:gd name="p0y1" fmla="*/ 0 h 3735"/>
              <a:gd name="p0x2" fmla="*/ 3804 w 3885"/>
              <a:gd name="p0y2" fmla="*/ 0 h 3735"/>
              <a:gd name="p0x3" fmla="*/ 3885 w 3885"/>
              <a:gd name="p0y3" fmla="*/ 80 h 3735"/>
              <a:gd name="p0x4" fmla="*/ 3885 w 3885"/>
              <a:gd name="p0y4" fmla="*/ 180 h 3735"/>
              <a:gd name="p0x5" fmla="*/ 3885 w 3885"/>
              <a:gd name="p0y5" fmla="*/ 3555 h 3735"/>
              <a:gd name="p0x6" fmla="*/ 3885 w 3885"/>
              <a:gd name="p0y6" fmla="*/ 3654 h 3735"/>
              <a:gd name="p0x7" fmla="*/ 3804 w 3885"/>
              <a:gd name="p0y7" fmla="*/ 3735 h 3735"/>
              <a:gd name="p0x8" fmla="*/ 3705 w 3885"/>
              <a:gd name="p0y8" fmla="*/ 3735 h 3735"/>
              <a:gd name="p0x9" fmla="*/ 180 w 3885"/>
              <a:gd name="p0y9" fmla="*/ 3735 h 3735"/>
              <a:gd name="p0x10" fmla="*/ 80 w 3885"/>
              <a:gd name="p0y10" fmla="*/ 3735 h 3735"/>
              <a:gd name="p0x11" fmla="*/ 0 w 3885"/>
              <a:gd name="p0y11" fmla="*/ 3654 h 3735"/>
              <a:gd name="p0x12" fmla="*/ 0 w 3885"/>
              <a:gd name="p0y12" fmla="*/ 3555 h 3735"/>
              <a:gd name="p0x13" fmla="*/ 0 w 3885"/>
              <a:gd name="p0y13" fmla="*/ 180 h 3735"/>
              <a:gd name="p0x14" fmla="*/ 0 w 3885"/>
              <a:gd name="p0y14" fmla="*/ 80 h 3735"/>
              <a:gd name="p0x15" fmla="*/ 80 w 3885"/>
              <a:gd name="p0y15" fmla="*/ 0 h 3735"/>
              <a:gd name="p0x16" fmla="*/ 180 w 3885"/>
              <a:gd name="p0y16" fmla="*/ 0 h 37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17145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10"/>
            </p:custDataLst>
          </p:nvPr>
        </p:nvSpPr>
        <p:spPr>
          <a:xfrm>
            <a:off x="3629025" y="134175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rgbClr val="2563EB"/>
              </a:gs>
              <a:gs pos="100000">
                <a:srgbClr val="10B981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3800475" y="1263882"/>
            <a:ext cx="1371600" cy="2228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en-US" sz="135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AI</a:t>
            </a:r>
            <a:r>
              <a:rPr lang="zh-CN" sz="135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内容生成引擎</a:t>
            </a:r>
            <a:endParaRPr lang="zh-CN" sz="135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2"/>
            </p:custDataLst>
          </p:nvPr>
        </p:nvSpPr>
        <p:spPr>
          <a:xfrm>
            <a:off x="3629025" y="172720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9CA3A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3762375" y="1643929"/>
            <a:ext cx="800100" cy="2343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多模态生成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4"/>
            </p:custDataLst>
          </p:nvPr>
        </p:nvSpPr>
        <p:spPr>
          <a:xfrm>
            <a:off x="3629025" y="205486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9CA3A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3762375" y="1971503"/>
            <a:ext cx="666750" cy="2343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效率提升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6"/>
            </p:custDataLst>
          </p:nvPr>
        </p:nvSpPr>
        <p:spPr>
          <a:xfrm>
            <a:off x="6290945" y="1056005"/>
            <a:ext cx="2466975" cy="2371725"/>
          </a:xfrm>
          <a:custGeom>
            <a:avLst/>
            <a:gdLst>
              <a:gd name="sw" fmla="*/ 1 w 3885"/>
              <a:gd name="sh" fmla="*/ 1 h 3735"/>
              <a:gd name="mins" fmla="min sw sh"/>
              <a:gd name="dsw" fmla="+- 0 sw mins"/>
              <a:gd name="dsh" fmla="+- 0 sh mins"/>
              <a:gd name="p0x0" fmla="*/ 180 w 3885"/>
              <a:gd name="p0y0" fmla="*/ 0 h 3735"/>
              <a:gd name="p0x1" fmla="*/ 3705 w 3885"/>
              <a:gd name="p0y1" fmla="*/ 0 h 3735"/>
              <a:gd name="p0x2" fmla="*/ 3804 w 3885"/>
              <a:gd name="p0y2" fmla="*/ 0 h 3735"/>
              <a:gd name="p0x3" fmla="*/ 3885 w 3885"/>
              <a:gd name="p0y3" fmla="*/ 80 h 3735"/>
              <a:gd name="p0x4" fmla="*/ 3885 w 3885"/>
              <a:gd name="p0y4" fmla="*/ 180 h 3735"/>
              <a:gd name="p0x5" fmla="*/ 3885 w 3885"/>
              <a:gd name="p0y5" fmla="*/ 3555 h 3735"/>
              <a:gd name="p0x6" fmla="*/ 3885 w 3885"/>
              <a:gd name="p0y6" fmla="*/ 3654 h 3735"/>
              <a:gd name="p0x7" fmla="*/ 3804 w 3885"/>
              <a:gd name="p0y7" fmla="*/ 3735 h 3735"/>
              <a:gd name="p0x8" fmla="*/ 3705 w 3885"/>
              <a:gd name="p0y8" fmla="*/ 3735 h 3735"/>
              <a:gd name="p0x9" fmla="*/ 180 w 3885"/>
              <a:gd name="p0y9" fmla="*/ 3735 h 3735"/>
              <a:gd name="p0x10" fmla="*/ 80 w 3885"/>
              <a:gd name="p0y10" fmla="*/ 3735 h 3735"/>
              <a:gd name="p0x11" fmla="*/ 0 w 3885"/>
              <a:gd name="p0y11" fmla="*/ 3654 h 3735"/>
              <a:gd name="p0x12" fmla="*/ 0 w 3885"/>
              <a:gd name="p0y12" fmla="*/ 3555 h 3735"/>
              <a:gd name="p0x13" fmla="*/ 0 w 3885"/>
              <a:gd name="p0y13" fmla="*/ 180 h 3735"/>
              <a:gd name="p0x14" fmla="*/ 0 w 3885"/>
              <a:gd name="p0y14" fmla="*/ 80 h 3735"/>
              <a:gd name="p0x15" fmla="*/ 80 w 3885"/>
              <a:gd name="p0y15" fmla="*/ 0 h 3735"/>
              <a:gd name="p0x16" fmla="*/ 180 w 3885"/>
              <a:gd name="p0y16" fmla="*/ 0 h 37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17145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17"/>
            </p:custDataLst>
          </p:nvPr>
        </p:nvSpPr>
        <p:spPr>
          <a:xfrm>
            <a:off x="6486525" y="134175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rgbClr val="2563EB"/>
              </a:gs>
              <a:gs pos="100000">
                <a:srgbClr val="10B981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8"/>
            </p:custDataLst>
          </p:nvPr>
        </p:nvSpPr>
        <p:spPr>
          <a:xfrm>
            <a:off x="6657975" y="1263882"/>
            <a:ext cx="1543050" cy="2228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35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智能投流优化引擎</a:t>
            </a:r>
            <a:endParaRPr sz="135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19"/>
            </p:custDataLst>
          </p:nvPr>
        </p:nvSpPr>
        <p:spPr>
          <a:xfrm>
            <a:off x="6486525" y="172720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9CA3A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20"/>
            </p:custDataLst>
          </p:nvPr>
        </p:nvSpPr>
        <p:spPr>
          <a:xfrm>
            <a:off x="6619875" y="1643929"/>
            <a:ext cx="666750" cy="2343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动态优化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1"/>
            </p:custDataLst>
          </p:nvPr>
        </p:nvSpPr>
        <p:spPr>
          <a:xfrm>
            <a:off x="6486525" y="205486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9CA3A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2"/>
            </p:custDataLst>
          </p:nvPr>
        </p:nvSpPr>
        <p:spPr>
          <a:xfrm>
            <a:off x="6619875" y="1971503"/>
            <a:ext cx="766915" cy="2343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ROI</a:t>
            </a:r>
            <a:r>
              <a:rPr lang="zh-CN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最大化</a:t>
            </a:r>
            <a:endParaRPr lang="zh-CN"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3"/>
            </p:custDataLst>
          </p:nvPr>
        </p:nvSpPr>
        <p:spPr>
          <a:xfrm>
            <a:off x="9148445" y="1056005"/>
            <a:ext cx="2466975" cy="2371725"/>
          </a:xfrm>
          <a:custGeom>
            <a:avLst/>
            <a:gdLst>
              <a:gd name="sw" fmla="*/ 1 w 3885"/>
              <a:gd name="sh" fmla="*/ 1 h 3735"/>
              <a:gd name="mins" fmla="min sw sh"/>
              <a:gd name="dsw" fmla="+- 0 sw mins"/>
              <a:gd name="dsh" fmla="+- 0 sh mins"/>
              <a:gd name="p0x0" fmla="*/ 180 w 3885"/>
              <a:gd name="p0y0" fmla="*/ 0 h 3735"/>
              <a:gd name="p0x1" fmla="*/ 3705 w 3885"/>
              <a:gd name="p0y1" fmla="*/ 0 h 3735"/>
              <a:gd name="p0x2" fmla="*/ 3804 w 3885"/>
              <a:gd name="p0y2" fmla="*/ 0 h 3735"/>
              <a:gd name="p0x3" fmla="*/ 3885 w 3885"/>
              <a:gd name="p0y3" fmla="*/ 80 h 3735"/>
              <a:gd name="p0x4" fmla="*/ 3885 w 3885"/>
              <a:gd name="p0y4" fmla="*/ 180 h 3735"/>
              <a:gd name="p0x5" fmla="*/ 3885 w 3885"/>
              <a:gd name="p0y5" fmla="*/ 3555 h 3735"/>
              <a:gd name="p0x6" fmla="*/ 3885 w 3885"/>
              <a:gd name="p0y6" fmla="*/ 3654 h 3735"/>
              <a:gd name="p0x7" fmla="*/ 3804 w 3885"/>
              <a:gd name="p0y7" fmla="*/ 3735 h 3735"/>
              <a:gd name="p0x8" fmla="*/ 3705 w 3885"/>
              <a:gd name="p0y8" fmla="*/ 3735 h 3735"/>
              <a:gd name="p0x9" fmla="*/ 180 w 3885"/>
              <a:gd name="p0y9" fmla="*/ 3735 h 3735"/>
              <a:gd name="p0x10" fmla="*/ 80 w 3885"/>
              <a:gd name="p0y10" fmla="*/ 3735 h 3735"/>
              <a:gd name="p0x11" fmla="*/ 0 w 3885"/>
              <a:gd name="p0y11" fmla="*/ 3654 h 3735"/>
              <a:gd name="p0x12" fmla="*/ 0 w 3885"/>
              <a:gd name="p0y12" fmla="*/ 3555 h 3735"/>
              <a:gd name="p0x13" fmla="*/ 0 w 3885"/>
              <a:gd name="p0y13" fmla="*/ 180 h 3735"/>
              <a:gd name="p0x14" fmla="*/ 0 w 3885"/>
              <a:gd name="p0y14" fmla="*/ 80 h 3735"/>
              <a:gd name="p0x15" fmla="*/ 80 w 3885"/>
              <a:gd name="p0y15" fmla="*/ 0 h 3735"/>
              <a:gd name="p0x16" fmla="*/ 180 w 3885"/>
              <a:gd name="p0y16" fmla="*/ 0 h 37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17145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24"/>
            </p:custDataLst>
          </p:nvPr>
        </p:nvSpPr>
        <p:spPr>
          <a:xfrm>
            <a:off x="9344025" y="134175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rgbClr val="2563EB"/>
              </a:gs>
              <a:gs pos="100000">
                <a:srgbClr val="10B981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5"/>
            </p:custDataLst>
          </p:nvPr>
        </p:nvSpPr>
        <p:spPr>
          <a:xfrm>
            <a:off x="9515475" y="1263882"/>
            <a:ext cx="1200150" cy="2228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35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数据洞察引擎</a:t>
            </a:r>
            <a:endParaRPr sz="135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26"/>
            </p:custDataLst>
          </p:nvPr>
        </p:nvSpPr>
        <p:spPr>
          <a:xfrm>
            <a:off x="9344025" y="172720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9CA3A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7"/>
            </p:custDataLst>
          </p:nvPr>
        </p:nvSpPr>
        <p:spPr>
          <a:xfrm>
            <a:off x="9477375" y="1643929"/>
            <a:ext cx="666750" cy="2343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实时监测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28"/>
            </p:custDataLst>
          </p:nvPr>
        </p:nvSpPr>
        <p:spPr>
          <a:xfrm>
            <a:off x="9344025" y="205486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9CA3A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9"/>
            </p:custDataLst>
          </p:nvPr>
        </p:nvSpPr>
        <p:spPr>
          <a:xfrm>
            <a:off x="9477375" y="1971503"/>
            <a:ext cx="666750" cy="2343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效果分析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30"/>
            </p:custDataLst>
          </p:nvPr>
        </p:nvSpPr>
        <p:spPr>
          <a:xfrm>
            <a:off x="575945" y="3818255"/>
            <a:ext cx="3419475" cy="2371725"/>
          </a:xfrm>
          <a:custGeom>
            <a:avLst/>
            <a:gdLst>
              <a:gd name="sw" fmla="*/ 1 w 5385"/>
              <a:gd name="sh" fmla="*/ 1 h 3735"/>
              <a:gd name="mins" fmla="min sw sh"/>
              <a:gd name="dsw" fmla="+- 0 sw mins"/>
              <a:gd name="dsh" fmla="+- 0 sh mins"/>
              <a:gd name="p0x0" fmla="*/ 180 w 5385"/>
              <a:gd name="p0y0" fmla="*/ 0 h 3735"/>
              <a:gd name="p0x1" fmla="*/ 5205 w 5385"/>
              <a:gd name="p0y1" fmla="*/ 0 h 3735"/>
              <a:gd name="p0x2" fmla="*/ 5304 w 5385"/>
              <a:gd name="p0y2" fmla="*/ 0 h 3735"/>
              <a:gd name="p0x3" fmla="*/ 5385 w 5385"/>
              <a:gd name="p0y3" fmla="*/ 80 h 3735"/>
              <a:gd name="p0x4" fmla="*/ 5385 w 5385"/>
              <a:gd name="p0y4" fmla="*/ 180 h 3735"/>
              <a:gd name="p0x5" fmla="*/ 5385 w 5385"/>
              <a:gd name="p0y5" fmla="*/ 3555 h 3735"/>
              <a:gd name="p0x6" fmla="*/ 5385 w 5385"/>
              <a:gd name="p0y6" fmla="*/ 3654 h 3735"/>
              <a:gd name="p0x7" fmla="*/ 5304 w 5385"/>
              <a:gd name="p0y7" fmla="*/ 3735 h 3735"/>
              <a:gd name="p0x8" fmla="*/ 5205 w 5385"/>
              <a:gd name="p0y8" fmla="*/ 3735 h 3735"/>
              <a:gd name="p0x9" fmla="*/ 180 w 5385"/>
              <a:gd name="p0y9" fmla="*/ 3735 h 3735"/>
              <a:gd name="p0x10" fmla="*/ 80 w 5385"/>
              <a:gd name="p0y10" fmla="*/ 3735 h 3735"/>
              <a:gd name="p0x11" fmla="*/ 0 w 5385"/>
              <a:gd name="p0y11" fmla="*/ 3654 h 3735"/>
              <a:gd name="p0x12" fmla="*/ 0 w 5385"/>
              <a:gd name="p0y12" fmla="*/ 3555 h 3735"/>
              <a:gd name="p0x13" fmla="*/ 0 w 5385"/>
              <a:gd name="p0y13" fmla="*/ 180 h 3735"/>
              <a:gd name="p0x14" fmla="*/ 0 w 5385"/>
              <a:gd name="p0y14" fmla="*/ 80 h 3735"/>
              <a:gd name="p0x15" fmla="*/ 80 w 5385"/>
              <a:gd name="p0y15" fmla="*/ 0 h 3735"/>
              <a:gd name="p0x16" fmla="*/ 180 w 5385"/>
              <a:gd name="p0y16" fmla="*/ 0 h 37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17145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>
            <p:custDataLst>
              <p:tags r:id="rId31"/>
            </p:custDataLst>
          </p:nvPr>
        </p:nvSpPr>
        <p:spPr>
          <a:xfrm>
            <a:off x="809625" y="414210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rgbClr val="2563EB"/>
              </a:gs>
              <a:gs pos="100000">
                <a:srgbClr val="10B981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32"/>
            </p:custDataLst>
          </p:nvPr>
        </p:nvSpPr>
        <p:spPr>
          <a:xfrm>
            <a:off x="981075" y="4064232"/>
            <a:ext cx="1200150" cy="2228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35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智能合规引擎</a:t>
            </a:r>
            <a:endParaRPr sz="135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3"/>
            </p:custDataLst>
          </p:nvPr>
        </p:nvSpPr>
        <p:spPr>
          <a:xfrm>
            <a:off x="809625" y="453707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9CA3A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4"/>
            </p:custDataLst>
          </p:nvPr>
        </p:nvSpPr>
        <p:spPr>
          <a:xfrm>
            <a:off x="942975" y="4451899"/>
            <a:ext cx="714375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125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风险检测</a:t>
            </a:r>
            <a:endParaRPr sz="1125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35"/>
            </p:custDataLst>
          </p:nvPr>
        </p:nvSpPr>
        <p:spPr>
          <a:xfrm>
            <a:off x="809625" y="487997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9CA3A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36"/>
            </p:custDataLst>
          </p:nvPr>
        </p:nvSpPr>
        <p:spPr>
          <a:xfrm>
            <a:off x="942975" y="4794799"/>
            <a:ext cx="714375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125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降低违规</a:t>
            </a:r>
            <a:endParaRPr sz="1125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37"/>
            </p:custDataLst>
          </p:nvPr>
        </p:nvSpPr>
        <p:spPr>
          <a:xfrm>
            <a:off x="4385945" y="3818255"/>
            <a:ext cx="3419475" cy="2371725"/>
          </a:xfrm>
          <a:custGeom>
            <a:avLst/>
            <a:gdLst>
              <a:gd name="sw" fmla="*/ 1 w 5385"/>
              <a:gd name="sh" fmla="*/ 1 h 3735"/>
              <a:gd name="mins" fmla="min sw sh"/>
              <a:gd name="dsw" fmla="+- 0 sw mins"/>
              <a:gd name="dsh" fmla="+- 0 sh mins"/>
              <a:gd name="p0x0" fmla="*/ 180 w 5385"/>
              <a:gd name="p0y0" fmla="*/ 0 h 3735"/>
              <a:gd name="p0x1" fmla="*/ 5205 w 5385"/>
              <a:gd name="p0y1" fmla="*/ 0 h 3735"/>
              <a:gd name="p0x2" fmla="*/ 5304 w 5385"/>
              <a:gd name="p0y2" fmla="*/ 0 h 3735"/>
              <a:gd name="p0x3" fmla="*/ 5385 w 5385"/>
              <a:gd name="p0y3" fmla="*/ 80 h 3735"/>
              <a:gd name="p0x4" fmla="*/ 5385 w 5385"/>
              <a:gd name="p0y4" fmla="*/ 180 h 3735"/>
              <a:gd name="p0x5" fmla="*/ 5385 w 5385"/>
              <a:gd name="p0y5" fmla="*/ 3555 h 3735"/>
              <a:gd name="p0x6" fmla="*/ 5385 w 5385"/>
              <a:gd name="p0y6" fmla="*/ 3654 h 3735"/>
              <a:gd name="p0x7" fmla="*/ 5304 w 5385"/>
              <a:gd name="p0y7" fmla="*/ 3735 h 3735"/>
              <a:gd name="p0x8" fmla="*/ 5205 w 5385"/>
              <a:gd name="p0y8" fmla="*/ 3735 h 3735"/>
              <a:gd name="p0x9" fmla="*/ 180 w 5385"/>
              <a:gd name="p0y9" fmla="*/ 3735 h 3735"/>
              <a:gd name="p0x10" fmla="*/ 80 w 5385"/>
              <a:gd name="p0y10" fmla="*/ 3735 h 3735"/>
              <a:gd name="p0x11" fmla="*/ 0 w 5385"/>
              <a:gd name="p0y11" fmla="*/ 3654 h 3735"/>
              <a:gd name="p0x12" fmla="*/ 0 w 5385"/>
              <a:gd name="p0y12" fmla="*/ 3555 h 3735"/>
              <a:gd name="p0x13" fmla="*/ 0 w 5385"/>
              <a:gd name="p0y13" fmla="*/ 180 h 3735"/>
              <a:gd name="p0x14" fmla="*/ 0 w 5385"/>
              <a:gd name="p0y14" fmla="*/ 80 h 3735"/>
              <a:gd name="p0x15" fmla="*/ 80 w 5385"/>
              <a:gd name="p0y15" fmla="*/ 0 h 3735"/>
              <a:gd name="p0x16" fmla="*/ 180 w 5385"/>
              <a:gd name="p0y16" fmla="*/ 0 h 37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17145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>
            <p:custDataLst>
              <p:tags r:id="rId38"/>
            </p:custDataLst>
          </p:nvPr>
        </p:nvSpPr>
        <p:spPr>
          <a:xfrm>
            <a:off x="4619625" y="414210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rgbClr val="2563EB"/>
              </a:gs>
              <a:gs pos="100000">
                <a:srgbClr val="10B981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39"/>
            </p:custDataLst>
          </p:nvPr>
        </p:nvSpPr>
        <p:spPr>
          <a:xfrm>
            <a:off x="4791075" y="4064232"/>
            <a:ext cx="1200150" cy="2228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35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用户运营引擎</a:t>
            </a:r>
            <a:endParaRPr sz="135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40"/>
            </p:custDataLst>
          </p:nvPr>
        </p:nvSpPr>
        <p:spPr>
          <a:xfrm>
            <a:off x="4619625" y="453707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9CA3A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41"/>
            </p:custDataLst>
          </p:nvPr>
        </p:nvSpPr>
        <p:spPr>
          <a:xfrm>
            <a:off x="4752975" y="4451899"/>
            <a:ext cx="714375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125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自动打标</a:t>
            </a:r>
            <a:endParaRPr sz="1125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42"/>
            </p:custDataLst>
          </p:nvPr>
        </p:nvSpPr>
        <p:spPr>
          <a:xfrm>
            <a:off x="4619625" y="487997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9CA3A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>
            <p:custDataLst>
              <p:tags r:id="rId43"/>
            </p:custDataLst>
          </p:nvPr>
        </p:nvSpPr>
        <p:spPr>
          <a:xfrm>
            <a:off x="4752975" y="4794799"/>
            <a:ext cx="714375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125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销售协同</a:t>
            </a:r>
            <a:endParaRPr sz="1125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44"/>
            </p:custDataLst>
          </p:nvPr>
        </p:nvSpPr>
        <p:spPr>
          <a:xfrm>
            <a:off x="8195945" y="3818255"/>
            <a:ext cx="3419475" cy="2371725"/>
          </a:xfrm>
          <a:custGeom>
            <a:avLst/>
            <a:gdLst>
              <a:gd name="sw" fmla="*/ 1 w 5385"/>
              <a:gd name="sh" fmla="*/ 1 h 3735"/>
              <a:gd name="mins" fmla="min sw sh"/>
              <a:gd name="dsw" fmla="+- 0 sw mins"/>
              <a:gd name="dsh" fmla="+- 0 sh mins"/>
              <a:gd name="p0x0" fmla="*/ 180 w 5385"/>
              <a:gd name="p0y0" fmla="*/ 0 h 3735"/>
              <a:gd name="p0x1" fmla="*/ 5205 w 5385"/>
              <a:gd name="p0y1" fmla="*/ 0 h 3735"/>
              <a:gd name="p0x2" fmla="*/ 5304 w 5385"/>
              <a:gd name="p0y2" fmla="*/ 0 h 3735"/>
              <a:gd name="p0x3" fmla="*/ 5385 w 5385"/>
              <a:gd name="p0y3" fmla="*/ 80 h 3735"/>
              <a:gd name="p0x4" fmla="*/ 5385 w 5385"/>
              <a:gd name="p0y4" fmla="*/ 180 h 3735"/>
              <a:gd name="p0x5" fmla="*/ 5385 w 5385"/>
              <a:gd name="p0y5" fmla="*/ 3555 h 3735"/>
              <a:gd name="p0x6" fmla="*/ 5385 w 5385"/>
              <a:gd name="p0y6" fmla="*/ 3654 h 3735"/>
              <a:gd name="p0x7" fmla="*/ 5304 w 5385"/>
              <a:gd name="p0y7" fmla="*/ 3735 h 3735"/>
              <a:gd name="p0x8" fmla="*/ 5205 w 5385"/>
              <a:gd name="p0y8" fmla="*/ 3735 h 3735"/>
              <a:gd name="p0x9" fmla="*/ 180 w 5385"/>
              <a:gd name="p0y9" fmla="*/ 3735 h 3735"/>
              <a:gd name="p0x10" fmla="*/ 80 w 5385"/>
              <a:gd name="p0y10" fmla="*/ 3735 h 3735"/>
              <a:gd name="p0x11" fmla="*/ 0 w 5385"/>
              <a:gd name="p0y11" fmla="*/ 3654 h 3735"/>
              <a:gd name="p0x12" fmla="*/ 0 w 5385"/>
              <a:gd name="p0y12" fmla="*/ 3555 h 3735"/>
              <a:gd name="p0x13" fmla="*/ 0 w 5385"/>
              <a:gd name="p0y13" fmla="*/ 180 h 3735"/>
              <a:gd name="p0x14" fmla="*/ 0 w 5385"/>
              <a:gd name="p0y14" fmla="*/ 80 h 3735"/>
              <a:gd name="p0x15" fmla="*/ 80 w 5385"/>
              <a:gd name="p0y15" fmla="*/ 0 h 3735"/>
              <a:gd name="p0x16" fmla="*/ 180 w 5385"/>
              <a:gd name="p0y16" fmla="*/ 0 h 37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17145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任意多边形 45"/>
          <p:cNvSpPr/>
          <p:nvPr>
            <p:custDataLst>
              <p:tags r:id="rId45"/>
            </p:custDataLst>
          </p:nvPr>
        </p:nvSpPr>
        <p:spPr>
          <a:xfrm>
            <a:off x="8429625" y="414210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rgbClr val="2563EB"/>
              </a:gs>
              <a:gs pos="100000">
                <a:srgbClr val="10B981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46"/>
            </p:custDataLst>
          </p:nvPr>
        </p:nvSpPr>
        <p:spPr>
          <a:xfrm>
            <a:off x="8601075" y="4064232"/>
            <a:ext cx="1371600" cy="2228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35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多平台分发引擎</a:t>
            </a:r>
            <a:endParaRPr sz="135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47"/>
            </p:custDataLst>
          </p:nvPr>
        </p:nvSpPr>
        <p:spPr>
          <a:xfrm>
            <a:off x="8429625" y="453707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9CA3A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>
            <p:custDataLst>
              <p:tags r:id="rId48"/>
            </p:custDataLst>
          </p:nvPr>
        </p:nvSpPr>
        <p:spPr>
          <a:xfrm>
            <a:off x="8562975" y="4451899"/>
            <a:ext cx="714375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125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一键发布</a:t>
            </a:r>
            <a:endParaRPr sz="1125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任意多边形 49"/>
          <p:cNvSpPr/>
          <p:nvPr>
            <p:custDataLst>
              <p:tags r:id="rId49"/>
            </p:custDataLst>
          </p:nvPr>
        </p:nvSpPr>
        <p:spPr>
          <a:xfrm>
            <a:off x="8429625" y="487997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9CA3A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>
            <p:custDataLst>
              <p:tags r:id="rId50"/>
            </p:custDataLst>
          </p:nvPr>
        </p:nvSpPr>
        <p:spPr>
          <a:xfrm>
            <a:off x="8562975" y="4794799"/>
            <a:ext cx="714375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125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数据汇总</a:t>
            </a:r>
            <a:endParaRPr sz="1125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3F2FD"/>
            </a:gs>
            <a:gs pos="100000">
              <a:srgbClr val="F5F7FA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57200" y="249555"/>
            <a:ext cx="11734800" cy="4057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核心竞争力</a:t>
            </a:r>
            <a:r>
              <a:rPr lang="en-US" altLang="zh-CN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</a:t>
            </a: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：高壁垒稀缺资源与优势</a:t>
            </a:r>
            <a:endParaRPr lang="zh-CN" altLang="en-US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2"/>
            </p:custDataLst>
          </p:nvPr>
        </p:nvSpPr>
        <p:spPr>
          <a:xfrm>
            <a:off x="461645" y="880745"/>
            <a:ext cx="11268075" cy="2657475"/>
          </a:xfrm>
          <a:custGeom>
            <a:avLst/>
            <a:gdLst>
              <a:gd name="sw" fmla="*/ 1 w 17745"/>
              <a:gd name="sh" fmla="*/ 1 h 4185"/>
              <a:gd name="mins" fmla="min sw sh"/>
              <a:gd name="dsw" fmla="+- 0 sw mins"/>
              <a:gd name="dsh" fmla="+- 0 sh mins"/>
              <a:gd name="p0x0" fmla="*/ 120 w 17745"/>
              <a:gd name="p0y0" fmla="*/ 0 h 4185"/>
              <a:gd name="p0x1" fmla="*/ 17625 w 17745"/>
              <a:gd name="p0y1" fmla="*/ 0 h 4185"/>
              <a:gd name="p0x2" fmla="*/ 17691 w 17745"/>
              <a:gd name="p0y2" fmla="*/ 0 h 4185"/>
              <a:gd name="p0x3" fmla="*/ 17745 w 17745"/>
              <a:gd name="p0y3" fmla="*/ 53 h 4185"/>
              <a:gd name="p0x4" fmla="*/ 17745 w 17745"/>
              <a:gd name="p0y4" fmla="*/ 120 h 4185"/>
              <a:gd name="p0x5" fmla="*/ 17745 w 17745"/>
              <a:gd name="p0y5" fmla="*/ 4065 h 4185"/>
              <a:gd name="p0x6" fmla="*/ 17745 w 17745"/>
              <a:gd name="p0y6" fmla="*/ 4131 h 4185"/>
              <a:gd name="p0x7" fmla="*/ 17691 w 17745"/>
              <a:gd name="p0y7" fmla="*/ 4185 h 4185"/>
              <a:gd name="p0x8" fmla="*/ 17625 w 17745"/>
              <a:gd name="p0y8" fmla="*/ 4185 h 4185"/>
              <a:gd name="p0x9" fmla="*/ 120 w 17745"/>
              <a:gd name="p0y9" fmla="*/ 4185 h 4185"/>
              <a:gd name="p0x10" fmla="*/ 53 w 17745"/>
              <a:gd name="p0y10" fmla="*/ 4185 h 4185"/>
              <a:gd name="p0x11" fmla="*/ 0 w 17745"/>
              <a:gd name="p0y11" fmla="*/ 4131 h 4185"/>
              <a:gd name="p0x12" fmla="*/ 0 w 17745"/>
              <a:gd name="p0y12" fmla="*/ 4065 h 4185"/>
              <a:gd name="p0x13" fmla="*/ 0 w 17745"/>
              <a:gd name="p0y13" fmla="*/ 120 h 4185"/>
              <a:gd name="p0x14" fmla="*/ 0 w 17745"/>
              <a:gd name="p0y14" fmla="*/ 53 h 4185"/>
              <a:gd name="p0x15" fmla="*/ 53 w 17745"/>
              <a:gd name="p0y15" fmla="*/ 0 h 4185"/>
              <a:gd name="p0x16" fmla="*/ 120 w 17745"/>
              <a:gd name="p0y16" fmla="*/ 0 h 41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5E7E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619125" y="1008698"/>
            <a:ext cx="93345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专属团队配置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5238750" y="1381125"/>
            <a:ext cx="1714500" cy="457200"/>
          </a:xfrm>
          <a:custGeom>
            <a:avLst/>
            <a:gdLst>
              <a:gd name="sw" fmla="*/ 1 w 2700"/>
              <a:gd name="sh" fmla="*/ 1 h 720"/>
              <a:gd name="mins" fmla="min sw sh"/>
              <a:gd name="dsw" fmla="+- 0 sw mins"/>
              <a:gd name="dsh" fmla="+- 0 sh mins"/>
              <a:gd name="p0x0" fmla="*/ 90 w 2700"/>
              <a:gd name="p0y0" fmla="*/ 0 h 720"/>
              <a:gd name="p0x1" fmla="*/ 2610 w 2700"/>
              <a:gd name="p0y1" fmla="*/ 0 h 720"/>
              <a:gd name="p0x2" fmla="*/ 2659 w 2700"/>
              <a:gd name="p0y2" fmla="*/ 0 h 720"/>
              <a:gd name="p0x3" fmla="*/ 2700 w 2700"/>
              <a:gd name="p0y3" fmla="*/ 40 h 720"/>
              <a:gd name="p0x4" fmla="*/ 2700 w 2700"/>
              <a:gd name="p0y4" fmla="*/ 90 h 720"/>
              <a:gd name="p0x5" fmla="*/ 2700 w 2700"/>
              <a:gd name="p0y5" fmla="*/ 630 h 720"/>
              <a:gd name="p0x6" fmla="*/ 2700 w 2700"/>
              <a:gd name="p0y6" fmla="*/ 679 h 720"/>
              <a:gd name="p0x7" fmla="*/ 2659 w 2700"/>
              <a:gd name="p0y7" fmla="*/ 720 h 720"/>
              <a:gd name="p0x8" fmla="*/ 2610 w 2700"/>
              <a:gd name="p0y8" fmla="*/ 720 h 720"/>
              <a:gd name="p0x9" fmla="*/ 90 w 2700"/>
              <a:gd name="p0y9" fmla="*/ 720 h 720"/>
              <a:gd name="p0x10" fmla="*/ 40 w 2700"/>
              <a:gd name="p0y10" fmla="*/ 720 h 720"/>
              <a:gd name="p0x11" fmla="*/ 0 w 2700"/>
              <a:gd name="p0y11" fmla="*/ 679 h 720"/>
              <a:gd name="p0x12" fmla="*/ 0 w 2700"/>
              <a:gd name="p0y12" fmla="*/ 630 h 720"/>
              <a:gd name="p0x13" fmla="*/ 0 w 2700"/>
              <a:gd name="p0y13" fmla="*/ 90 h 720"/>
              <a:gd name="p0x14" fmla="*/ 0 w 2700"/>
              <a:gd name="p0y14" fmla="*/ 40 h 720"/>
              <a:gd name="p0x15" fmla="*/ 40 w 2700"/>
              <a:gd name="p0y15" fmla="*/ 0 h 720"/>
              <a:gd name="p0x16" fmla="*/ 90 w 2700"/>
              <a:gd name="p0y16" fmla="*/ 0 h 7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5867400" y="1510665"/>
            <a:ext cx="60960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项目组</a:t>
            </a:r>
            <a:endParaRPr sz="120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>
            <a:off x="6086475" y="1838325"/>
            <a:ext cx="19050" cy="266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2667000" y="2105025"/>
            <a:ext cx="6858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3609975" y="2390775"/>
            <a:ext cx="19050" cy="152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9"/>
            </p:custDataLst>
          </p:nvPr>
        </p:nvSpPr>
        <p:spPr>
          <a:xfrm>
            <a:off x="2671445" y="2547620"/>
            <a:ext cx="1895475" cy="676275"/>
          </a:xfrm>
          <a:custGeom>
            <a:avLst/>
            <a:gdLst>
              <a:gd name="sw" fmla="*/ 1 w 2985"/>
              <a:gd name="sh" fmla="*/ 1 h 1065"/>
              <a:gd name="mins" fmla="min sw sh"/>
              <a:gd name="dsw" fmla="+- 0 sw mins"/>
              <a:gd name="dsh" fmla="+- 0 sh mins"/>
              <a:gd name="p0x0" fmla="*/ 90 w 2985"/>
              <a:gd name="p0y0" fmla="*/ 0 h 1065"/>
              <a:gd name="p0x1" fmla="*/ 2895 w 2985"/>
              <a:gd name="p0y1" fmla="*/ 0 h 1065"/>
              <a:gd name="p0x2" fmla="*/ 2944 w 2985"/>
              <a:gd name="p0y2" fmla="*/ 0 h 1065"/>
              <a:gd name="p0x3" fmla="*/ 2985 w 2985"/>
              <a:gd name="p0y3" fmla="*/ 40 h 1065"/>
              <a:gd name="p0x4" fmla="*/ 2985 w 2985"/>
              <a:gd name="p0y4" fmla="*/ 90 h 1065"/>
              <a:gd name="p0x5" fmla="*/ 2985 w 2985"/>
              <a:gd name="p0y5" fmla="*/ 975 h 1065"/>
              <a:gd name="p0x6" fmla="*/ 2985 w 2985"/>
              <a:gd name="p0y6" fmla="*/ 1024 h 1065"/>
              <a:gd name="p0x7" fmla="*/ 2944 w 2985"/>
              <a:gd name="p0y7" fmla="*/ 1065 h 1065"/>
              <a:gd name="p0x8" fmla="*/ 2895 w 2985"/>
              <a:gd name="p0y8" fmla="*/ 1065 h 1065"/>
              <a:gd name="p0x9" fmla="*/ 90 w 2985"/>
              <a:gd name="p0y9" fmla="*/ 1065 h 1065"/>
              <a:gd name="p0x10" fmla="*/ 40 w 2985"/>
              <a:gd name="p0y10" fmla="*/ 1065 h 1065"/>
              <a:gd name="p0x11" fmla="*/ 0 w 2985"/>
              <a:gd name="p0y11" fmla="*/ 1024 h 1065"/>
              <a:gd name="p0x12" fmla="*/ 0 w 2985"/>
              <a:gd name="p0y12" fmla="*/ 975 h 1065"/>
              <a:gd name="p0x13" fmla="*/ 0 w 2985"/>
              <a:gd name="p0y13" fmla="*/ 90 h 1065"/>
              <a:gd name="p0x14" fmla="*/ 0 w 2985"/>
              <a:gd name="p0y14" fmla="*/ 40 h 1065"/>
              <a:gd name="p0x15" fmla="*/ 40 w 2985"/>
              <a:gd name="p0y15" fmla="*/ 0 h 1065"/>
              <a:gd name="p0x16" fmla="*/ 90 w 2985"/>
              <a:gd name="p0y16" fmla="*/ 0 h 1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AFB"/>
          </a:solidFill>
          <a:ln w="9525" cmpd="sng">
            <a:solidFill>
              <a:srgbClr val="E5E7E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3238500" y="2687002"/>
            <a:ext cx="91440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运营服务组</a:t>
            </a:r>
            <a:endParaRPr sz="1200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3380337" y="2889885"/>
            <a:ext cx="611686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en-US" altLang="zh-CN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年经验</a:t>
            </a:r>
            <a:endParaRPr lang="zh-CN"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/>
          <p:nvPr>
            <p:custDataLst>
              <p:tags r:id="rId12"/>
            </p:custDataLst>
          </p:nvPr>
        </p:nvSpPr>
        <p:spPr>
          <a:xfrm>
            <a:off x="6086475" y="2390775"/>
            <a:ext cx="19050" cy="152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3"/>
            </p:custDataLst>
          </p:nvPr>
        </p:nvSpPr>
        <p:spPr>
          <a:xfrm>
            <a:off x="5147945" y="2547620"/>
            <a:ext cx="1895475" cy="676275"/>
          </a:xfrm>
          <a:custGeom>
            <a:avLst/>
            <a:gdLst>
              <a:gd name="sw" fmla="*/ 1 w 2985"/>
              <a:gd name="sh" fmla="*/ 1 h 1065"/>
              <a:gd name="mins" fmla="min sw sh"/>
              <a:gd name="dsw" fmla="+- 0 sw mins"/>
              <a:gd name="dsh" fmla="+- 0 sh mins"/>
              <a:gd name="p0x0" fmla="*/ 90 w 2985"/>
              <a:gd name="p0y0" fmla="*/ 0 h 1065"/>
              <a:gd name="p0x1" fmla="*/ 2895 w 2985"/>
              <a:gd name="p0y1" fmla="*/ 0 h 1065"/>
              <a:gd name="p0x2" fmla="*/ 2944 w 2985"/>
              <a:gd name="p0y2" fmla="*/ 0 h 1065"/>
              <a:gd name="p0x3" fmla="*/ 2985 w 2985"/>
              <a:gd name="p0y3" fmla="*/ 40 h 1065"/>
              <a:gd name="p0x4" fmla="*/ 2985 w 2985"/>
              <a:gd name="p0y4" fmla="*/ 90 h 1065"/>
              <a:gd name="p0x5" fmla="*/ 2985 w 2985"/>
              <a:gd name="p0y5" fmla="*/ 975 h 1065"/>
              <a:gd name="p0x6" fmla="*/ 2985 w 2985"/>
              <a:gd name="p0y6" fmla="*/ 1024 h 1065"/>
              <a:gd name="p0x7" fmla="*/ 2944 w 2985"/>
              <a:gd name="p0y7" fmla="*/ 1065 h 1065"/>
              <a:gd name="p0x8" fmla="*/ 2895 w 2985"/>
              <a:gd name="p0y8" fmla="*/ 1065 h 1065"/>
              <a:gd name="p0x9" fmla="*/ 90 w 2985"/>
              <a:gd name="p0y9" fmla="*/ 1065 h 1065"/>
              <a:gd name="p0x10" fmla="*/ 40 w 2985"/>
              <a:gd name="p0y10" fmla="*/ 1065 h 1065"/>
              <a:gd name="p0x11" fmla="*/ 0 w 2985"/>
              <a:gd name="p0y11" fmla="*/ 1024 h 1065"/>
              <a:gd name="p0x12" fmla="*/ 0 w 2985"/>
              <a:gd name="p0y12" fmla="*/ 975 h 1065"/>
              <a:gd name="p0x13" fmla="*/ 0 w 2985"/>
              <a:gd name="p0y13" fmla="*/ 90 h 1065"/>
              <a:gd name="p0x14" fmla="*/ 0 w 2985"/>
              <a:gd name="p0y14" fmla="*/ 40 h 1065"/>
              <a:gd name="p0x15" fmla="*/ 40 w 2985"/>
              <a:gd name="p0y15" fmla="*/ 0 h 1065"/>
              <a:gd name="p0x16" fmla="*/ 90 w 2985"/>
              <a:gd name="p0y16" fmla="*/ 0 h 1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AFB"/>
          </a:solidFill>
          <a:ln w="9525" cmpd="sng">
            <a:solidFill>
              <a:srgbClr val="E5E7E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5715000" y="2687002"/>
            <a:ext cx="91440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技术研发组</a:t>
            </a:r>
            <a:endParaRPr sz="1200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5829300" y="2889885"/>
            <a:ext cx="66675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头部背景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>
            <p:custDataLst>
              <p:tags r:id="rId16"/>
            </p:custDataLst>
          </p:nvPr>
        </p:nvSpPr>
        <p:spPr>
          <a:xfrm>
            <a:off x="8562975" y="2390775"/>
            <a:ext cx="19050" cy="152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17"/>
            </p:custDataLst>
          </p:nvPr>
        </p:nvSpPr>
        <p:spPr>
          <a:xfrm>
            <a:off x="7624445" y="2547620"/>
            <a:ext cx="1895475" cy="676275"/>
          </a:xfrm>
          <a:custGeom>
            <a:avLst/>
            <a:gdLst>
              <a:gd name="sw" fmla="*/ 1 w 2985"/>
              <a:gd name="sh" fmla="*/ 1 h 1065"/>
              <a:gd name="mins" fmla="min sw sh"/>
              <a:gd name="dsw" fmla="+- 0 sw mins"/>
              <a:gd name="dsh" fmla="+- 0 sh mins"/>
              <a:gd name="p0x0" fmla="*/ 90 w 2985"/>
              <a:gd name="p0y0" fmla="*/ 0 h 1065"/>
              <a:gd name="p0x1" fmla="*/ 2895 w 2985"/>
              <a:gd name="p0y1" fmla="*/ 0 h 1065"/>
              <a:gd name="p0x2" fmla="*/ 2944 w 2985"/>
              <a:gd name="p0y2" fmla="*/ 0 h 1065"/>
              <a:gd name="p0x3" fmla="*/ 2985 w 2985"/>
              <a:gd name="p0y3" fmla="*/ 40 h 1065"/>
              <a:gd name="p0x4" fmla="*/ 2985 w 2985"/>
              <a:gd name="p0y4" fmla="*/ 90 h 1065"/>
              <a:gd name="p0x5" fmla="*/ 2985 w 2985"/>
              <a:gd name="p0y5" fmla="*/ 975 h 1065"/>
              <a:gd name="p0x6" fmla="*/ 2985 w 2985"/>
              <a:gd name="p0y6" fmla="*/ 1024 h 1065"/>
              <a:gd name="p0x7" fmla="*/ 2944 w 2985"/>
              <a:gd name="p0y7" fmla="*/ 1065 h 1065"/>
              <a:gd name="p0x8" fmla="*/ 2895 w 2985"/>
              <a:gd name="p0y8" fmla="*/ 1065 h 1065"/>
              <a:gd name="p0x9" fmla="*/ 90 w 2985"/>
              <a:gd name="p0y9" fmla="*/ 1065 h 1065"/>
              <a:gd name="p0x10" fmla="*/ 40 w 2985"/>
              <a:gd name="p0y10" fmla="*/ 1065 h 1065"/>
              <a:gd name="p0x11" fmla="*/ 0 w 2985"/>
              <a:gd name="p0y11" fmla="*/ 1024 h 1065"/>
              <a:gd name="p0x12" fmla="*/ 0 w 2985"/>
              <a:gd name="p0y12" fmla="*/ 975 h 1065"/>
              <a:gd name="p0x13" fmla="*/ 0 w 2985"/>
              <a:gd name="p0y13" fmla="*/ 90 h 1065"/>
              <a:gd name="p0x14" fmla="*/ 0 w 2985"/>
              <a:gd name="p0y14" fmla="*/ 40 h 1065"/>
              <a:gd name="p0x15" fmla="*/ 40 w 2985"/>
              <a:gd name="p0y15" fmla="*/ 0 h 1065"/>
              <a:gd name="p0x16" fmla="*/ 90 w 2985"/>
              <a:gd name="p0y16" fmla="*/ 0 h 1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AFB"/>
          </a:solidFill>
          <a:ln w="9525" cmpd="sng">
            <a:solidFill>
              <a:srgbClr val="E5E7E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8"/>
            </p:custDataLst>
          </p:nvPr>
        </p:nvSpPr>
        <p:spPr>
          <a:xfrm>
            <a:off x="8115300" y="2687002"/>
            <a:ext cx="106680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中后台支撑组</a:t>
            </a:r>
            <a:endParaRPr sz="1200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9"/>
            </p:custDataLst>
          </p:nvPr>
        </p:nvSpPr>
        <p:spPr>
          <a:xfrm>
            <a:off x="8372475" y="2889885"/>
            <a:ext cx="53340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全链条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0"/>
            </p:custDataLst>
          </p:nvPr>
        </p:nvSpPr>
        <p:spPr>
          <a:xfrm>
            <a:off x="457200" y="3733800"/>
            <a:ext cx="11277600" cy="3276600"/>
          </a:xfrm>
          <a:custGeom>
            <a:avLst/>
            <a:gdLst>
              <a:gd name="sw" fmla="*/ 1 w 17760"/>
              <a:gd name="sh" fmla="*/ 1 h 5160"/>
              <a:gd name="mins" fmla="min sw sh"/>
              <a:gd name="dsw" fmla="+- 0 sw mins"/>
              <a:gd name="dsh" fmla="+- 0 sh mins"/>
              <a:gd name="p0x0" fmla="*/ 180 w 17760"/>
              <a:gd name="p0y0" fmla="*/ 0 h 5160"/>
              <a:gd name="p0x1" fmla="*/ 17580 w 17760"/>
              <a:gd name="p0y1" fmla="*/ 0 h 5160"/>
              <a:gd name="p0x2" fmla="*/ 17679 w 17760"/>
              <a:gd name="p0y2" fmla="*/ 0 h 5160"/>
              <a:gd name="p0x3" fmla="*/ 17760 w 17760"/>
              <a:gd name="p0y3" fmla="*/ 80 h 5160"/>
              <a:gd name="p0x4" fmla="*/ 17760 w 17760"/>
              <a:gd name="p0y4" fmla="*/ 180 h 5160"/>
              <a:gd name="p0x5" fmla="*/ 17760 w 17760"/>
              <a:gd name="p0y5" fmla="*/ 4980 h 5160"/>
              <a:gd name="p0x6" fmla="*/ 17760 w 17760"/>
              <a:gd name="p0y6" fmla="*/ 5079 h 5160"/>
              <a:gd name="p0x7" fmla="*/ 17679 w 17760"/>
              <a:gd name="p0y7" fmla="*/ 5160 h 5160"/>
              <a:gd name="p0x8" fmla="*/ 17580 w 17760"/>
              <a:gd name="p0y8" fmla="*/ 5160 h 5160"/>
              <a:gd name="p0x9" fmla="*/ 180 w 17760"/>
              <a:gd name="p0y9" fmla="*/ 5160 h 5160"/>
              <a:gd name="p0x10" fmla="*/ 80 w 17760"/>
              <a:gd name="p0y10" fmla="*/ 5160 h 5160"/>
              <a:gd name="p0x11" fmla="*/ 0 w 17760"/>
              <a:gd name="p0y11" fmla="*/ 5079 h 5160"/>
              <a:gd name="p0x12" fmla="*/ 0 w 17760"/>
              <a:gd name="p0y12" fmla="*/ 4980 h 5160"/>
              <a:gd name="p0x13" fmla="*/ 0 w 17760"/>
              <a:gd name="p0y13" fmla="*/ 180 h 5160"/>
              <a:gd name="p0x14" fmla="*/ 0 w 17760"/>
              <a:gd name="p0y14" fmla="*/ 80 h 5160"/>
              <a:gd name="p0x15" fmla="*/ 80 w 17760"/>
              <a:gd name="p0y15" fmla="*/ 0 h 5160"/>
              <a:gd name="p0x16" fmla="*/ 180 w 17760"/>
              <a:gd name="p0y16" fmla="*/ 0 h 51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21"/>
            </p:custDataLst>
          </p:nvPr>
        </p:nvSpPr>
        <p:spPr>
          <a:xfrm>
            <a:off x="457200" y="3894772"/>
            <a:ext cx="93345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稀缺资源积累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2"/>
            </p:custDataLst>
          </p:nvPr>
        </p:nvSpPr>
        <p:spPr>
          <a:xfrm>
            <a:off x="4572000" y="4305300"/>
            <a:ext cx="3048000" cy="857250"/>
          </a:xfrm>
          <a:custGeom>
            <a:avLst/>
            <a:gdLst>
              <a:gd name="sw" fmla="*/ 1 w 4800"/>
              <a:gd name="sh" fmla="*/ 1 h 1350"/>
              <a:gd name="mins" fmla="min sw sh"/>
              <a:gd name="dsw" fmla="+- 0 sw mins"/>
              <a:gd name="dsh" fmla="+- 0 sh mins"/>
              <a:gd name="p0x0" fmla="*/ 90 w 4800"/>
              <a:gd name="p0y0" fmla="*/ 0 h 1350"/>
              <a:gd name="p0x1" fmla="*/ 4710 w 4800"/>
              <a:gd name="p0y1" fmla="*/ 0 h 1350"/>
              <a:gd name="p0x2" fmla="*/ 4759 w 4800"/>
              <a:gd name="p0y2" fmla="*/ 0 h 1350"/>
              <a:gd name="p0x3" fmla="*/ 4800 w 4800"/>
              <a:gd name="p0y3" fmla="*/ 40 h 1350"/>
              <a:gd name="p0x4" fmla="*/ 4800 w 4800"/>
              <a:gd name="p0y4" fmla="*/ 90 h 1350"/>
              <a:gd name="p0x5" fmla="*/ 4800 w 4800"/>
              <a:gd name="p0y5" fmla="*/ 1260 h 1350"/>
              <a:gd name="p0x6" fmla="*/ 4800 w 4800"/>
              <a:gd name="p0y6" fmla="*/ 1309 h 1350"/>
              <a:gd name="p0x7" fmla="*/ 4759 w 4800"/>
              <a:gd name="p0y7" fmla="*/ 1350 h 1350"/>
              <a:gd name="p0x8" fmla="*/ 4710 w 4800"/>
              <a:gd name="p0y8" fmla="*/ 1350 h 1350"/>
              <a:gd name="p0x9" fmla="*/ 90 w 4800"/>
              <a:gd name="p0y9" fmla="*/ 1350 h 1350"/>
              <a:gd name="p0x10" fmla="*/ 40 w 4800"/>
              <a:gd name="p0y10" fmla="*/ 1350 h 1350"/>
              <a:gd name="p0x11" fmla="*/ 0 w 4800"/>
              <a:gd name="p0y11" fmla="*/ 1309 h 1350"/>
              <a:gd name="p0x12" fmla="*/ 0 w 4800"/>
              <a:gd name="p0y12" fmla="*/ 1260 h 1350"/>
              <a:gd name="p0x13" fmla="*/ 0 w 4800"/>
              <a:gd name="p0y13" fmla="*/ 90 h 1350"/>
              <a:gd name="p0x14" fmla="*/ 0 w 4800"/>
              <a:gd name="p0y14" fmla="*/ 40 h 1350"/>
              <a:gd name="p0x15" fmla="*/ 40 w 4800"/>
              <a:gd name="p0y15" fmla="*/ 0 h 1350"/>
              <a:gd name="p0x16" fmla="*/ 90 w 4800"/>
              <a:gd name="p0y16" fmla="*/ 0 h 13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3"/>
            </p:custDataLst>
          </p:nvPr>
        </p:nvSpPr>
        <p:spPr>
          <a:xfrm>
            <a:off x="5600700" y="4515803"/>
            <a:ext cx="114300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20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数据与</a:t>
            </a:r>
            <a:r>
              <a:rPr lang="en-US" altLang="zh-CN" sz="120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KOL</a:t>
            </a:r>
            <a:r>
              <a:rPr lang="zh-CN" altLang="en-US" sz="120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资源</a:t>
            </a:r>
            <a:endParaRPr lang="zh-CN" altLang="en-US" sz="120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4"/>
            </p:custDataLst>
          </p:nvPr>
        </p:nvSpPr>
        <p:spPr>
          <a:xfrm>
            <a:off x="5329685" y="4756785"/>
            <a:ext cx="166598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en-US" altLang="en-US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r>
              <a:rPr lang="en-US" altLang="zh-CN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网红</a:t>
            </a:r>
            <a:r>
              <a:rPr lang="en-US" altLang="zh-CN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10T</a:t>
            </a:r>
            <a:r>
              <a:rPr lang="zh-CN" altLang="en-US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训练数据</a:t>
            </a:r>
            <a:endParaRPr lang="zh-CN" altLang="en-US" sz="10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5"/>
            </p:custDataLst>
          </p:nvPr>
        </p:nvSpPr>
        <p:spPr>
          <a:xfrm>
            <a:off x="3619500" y="5276850"/>
            <a:ext cx="4953000" cy="857250"/>
          </a:xfrm>
          <a:custGeom>
            <a:avLst/>
            <a:gdLst>
              <a:gd name="sw" fmla="*/ 1 w 7800"/>
              <a:gd name="sh" fmla="*/ 1 h 1350"/>
              <a:gd name="mins" fmla="min sw sh"/>
              <a:gd name="dsw" fmla="+- 0 sw mins"/>
              <a:gd name="dsh" fmla="+- 0 sh mins"/>
              <a:gd name="p0x0" fmla="*/ 90 w 7800"/>
              <a:gd name="p0y0" fmla="*/ 0 h 1350"/>
              <a:gd name="p0x1" fmla="*/ 7710 w 7800"/>
              <a:gd name="p0y1" fmla="*/ 0 h 1350"/>
              <a:gd name="p0x2" fmla="*/ 7759 w 7800"/>
              <a:gd name="p0y2" fmla="*/ 0 h 1350"/>
              <a:gd name="p0x3" fmla="*/ 7800 w 7800"/>
              <a:gd name="p0y3" fmla="*/ 40 h 1350"/>
              <a:gd name="p0x4" fmla="*/ 7800 w 7800"/>
              <a:gd name="p0y4" fmla="*/ 90 h 1350"/>
              <a:gd name="p0x5" fmla="*/ 7800 w 7800"/>
              <a:gd name="p0y5" fmla="*/ 1260 h 1350"/>
              <a:gd name="p0x6" fmla="*/ 7800 w 7800"/>
              <a:gd name="p0y6" fmla="*/ 1309 h 1350"/>
              <a:gd name="p0x7" fmla="*/ 7759 w 7800"/>
              <a:gd name="p0y7" fmla="*/ 1350 h 1350"/>
              <a:gd name="p0x8" fmla="*/ 7710 w 7800"/>
              <a:gd name="p0y8" fmla="*/ 1350 h 1350"/>
              <a:gd name="p0x9" fmla="*/ 90 w 7800"/>
              <a:gd name="p0y9" fmla="*/ 1350 h 1350"/>
              <a:gd name="p0x10" fmla="*/ 40 w 7800"/>
              <a:gd name="p0y10" fmla="*/ 1350 h 1350"/>
              <a:gd name="p0x11" fmla="*/ 0 w 7800"/>
              <a:gd name="p0y11" fmla="*/ 1309 h 1350"/>
              <a:gd name="p0x12" fmla="*/ 0 w 7800"/>
              <a:gd name="p0y12" fmla="*/ 1260 h 1350"/>
              <a:gd name="p0x13" fmla="*/ 0 w 7800"/>
              <a:gd name="p0y13" fmla="*/ 90 h 1350"/>
              <a:gd name="p0x14" fmla="*/ 0 w 7800"/>
              <a:gd name="p0y14" fmla="*/ 40 h 1350"/>
              <a:gd name="p0x15" fmla="*/ 40 w 7800"/>
              <a:gd name="p0y15" fmla="*/ 0 h 1350"/>
              <a:gd name="p0x16" fmla="*/ 90 w 7800"/>
              <a:gd name="p0y16" fmla="*/ 0 h 13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6"/>
            </p:custDataLst>
          </p:nvPr>
        </p:nvSpPr>
        <p:spPr>
          <a:xfrm>
            <a:off x="5715000" y="5487353"/>
            <a:ext cx="91440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供应链资源</a:t>
            </a:r>
            <a:endParaRPr sz="120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7"/>
            </p:custDataLst>
          </p:nvPr>
        </p:nvSpPr>
        <p:spPr>
          <a:xfrm>
            <a:off x="5130698" y="5728335"/>
            <a:ext cx="2197303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en-US" altLang="en-US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1000+</a:t>
            </a:r>
            <a:r>
              <a:rPr lang="zh-CN" altLang="en-US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</a:t>
            </a:r>
            <a:r>
              <a:rPr lang="en-US" altLang="zh-CN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成本降低</a:t>
            </a:r>
            <a:r>
              <a:rPr lang="en-US" altLang="zh-CN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10%-15%</a:t>
            </a:r>
            <a:endParaRPr lang="en-US" altLang="zh-CN" sz="10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28"/>
            </p:custDataLst>
          </p:nvPr>
        </p:nvSpPr>
        <p:spPr>
          <a:xfrm>
            <a:off x="2667000" y="6248400"/>
            <a:ext cx="6858000" cy="857250"/>
          </a:xfrm>
          <a:custGeom>
            <a:avLst/>
            <a:gdLst>
              <a:gd name="sw" fmla="*/ 1 w 10800"/>
              <a:gd name="sh" fmla="*/ 1 h 1350"/>
              <a:gd name="mins" fmla="min sw sh"/>
              <a:gd name="dsw" fmla="+- 0 sw mins"/>
              <a:gd name="dsh" fmla="+- 0 sh mins"/>
              <a:gd name="p0x0" fmla="*/ 90 w 10800"/>
              <a:gd name="p0y0" fmla="*/ 0 h 1350"/>
              <a:gd name="p0x1" fmla="*/ 10710 w 10800"/>
              <a:gd name="p0y1" fmla="*/ 0 h 1350"/>
              <a:gd name="p0x2" fmla="*/ 10759 w 10800"/>
              <a:gd name="p0y2" fmla="*/ 0 h 1350"/>
              <a:gd name="p0x3" fmla="*/ 10800 w 10800"/>
              <a:gd name="p0y3" fmla="*/ 40 h 1350"/>
              <a:gd name="p0x4" fmla="*/ 10800 w 10800"/>
              <a:gd name="p0y4" fmla="*/ 90 h 1350"/>
              <a:gd name="p0x5" fmla="*/ 10800 w 10800"/>
              <a:gd name="p0y5" fmla="*/ 1260 h 1350"/>
              <a:gd name="p0x6" fmla="*/ 10800 w 10800"/>
              <a:gd name="p0y6" fmla="*/ 1309 h 1350"/>
              <a:gd name="p0x7" fmla="*/ 10759 w 10800"/>
              <a:gd name="p0y7" fmla="*/ 1350 h 1350"/>
              <a:gd name="p0x8" fmla="*/ 10710 w 10800"/>
              <a:gd name="p0y8" fmla="*/ 1350 h 1350"/>
              <a:gd name="p0x9" fmla="*/ 90 w 10800"/>
              <a:gd name="p0y9" fmla="*/ 1350 h 1350"/>
              <a:gd name="p0x10" fmla="*/ 40 w 10800"/>
              <a:gd name="p0y10" fmla="*/ 1350 h 1350"/>
              <a:gd name="p0x11" fmla="*/ 0 w 10800"/>
              <a:gd name="p0y11" fmla="*/ 1309 h 1350"/>
              <a:gd name="p0x12" fmla="*/ 0 w 10800"/>
              <a:gd name="p0y12" fmla="*/ 1260 h 1350"/>
              <a:gd name="p0x13" fmla="*/ 0 w 10800"/>
              <a:gd name="p0y13" fmla="*/ 90 h 1350"/>
              <a:gd name="p0x14" fmla="*/ 0 w 10800"/>
              <a:gd name="p0y14" fmla="*/ 40 h 1350"/>
              <a:gd name="p0x15" fmla="*/ 40 w 10800"/>
              <a:gd name="p0y15" fmla="*/ 0 h 1350"/>
              <a:gd name="p0x16" fmla="*/ 90 w 10800"/>
              <a:gd name="p0y16" fmla="*/ 0 h 13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0A5F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9"/>
            </p:custDataLst>
          </p:nvPr>
        </p:nvSpPr>
        <p:spPr>
          <a:xfrm>
            <a:off x="5791200" y="6458903"/>
            <a:ext cx="76200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>
                <a:solidFill>
                  <a:srgbClr val="1A3A8A"/>
                </a:solidFill>
                <a:latin typeface="黑体" panose="02010609060101010101" charset="-122"/>
                <a:ea typeface="黑体" panose="02010609060101010101" charset="-122"/>
              </a:rPr>
              <a:t>平台资源</a:t>
            </a:r>
            <a:endParaRPr sz="1200">
              <a:solidFill>
                <a:srgbClr val="1A3A8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30"/>
            </p:custDataLst>
          </p:nvPr>
        </p:nvSpPr>
        <p:spPr>
          <a:xfrm>
            <a:off x="5568258" y="6699885"/>
            <a:ext cx="1188844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en-US" sz="1050">
                <a:solidFill>
                  <a:srgbClr val="1A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20+</a:t>
            </a:r>
            <a:r>
              <a:rPr lang="zh-CN" sz="1050">
                <a:solidFill>
                  <a:srgbClr val="1A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平台深度合作</a:t>
            </a:r>
            <a:endParaRPr lang="zh-CN" sz="1050">
              <a:solidFill>
                <a:srgbClr val="1A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3F2FD"/>
            </a:gs>
            <a:gs pos="100000">
              <a:srgbClr val="F5F7FA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685800" y="480060"/>
            <a:ext cx="10820400" cy="3448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竞品差异化分析：我们的独特优势</a:t>
            </a:r>
            <a:endParaRPr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2"/>
            </p:custDataLst>
          </p:nvPr>
        </p:nvSpPr>
        <p:spPr>
          <a:xfrm>
            <a:off x="690245" y="1162685"/>
            <a:ext cx="10810875" cy="5429250"/>
          </a:xfrm>
          <a:custGeom>
            <a:avLst/>
            <a:gdLst>
              <a:gd name="sw" fmla="*/ 1 w 17025"/>
              <a:gd name="sh" fmla="*/ 1 h 8550"/>
              <a:gd name="mins" fmla="min sw sh"/>
              <a:gd name="dsw" fmla="+- 0 sw mins"/>
              <a:gd name="dsh" fmla="+- 0 sh mins"/>
              <a:gd name="p0x0" fmla="*/ 180 w 17025"/>
              <a:gd name="p0y0" fmla="*/ 0 h 8550"/>
              <a:gd name="p0x1" fmla="*/ 16845 w 17025"/>
              <a:gd name="p0y1" fmla="*/ 0 h 8550"/>
              <a:gd name="p0x2" fmla="*/ 16944 w 17025"/>
              <a:gd name="p0y2" fmla="*/ 0 h 8550"/>
              <a:gd name="p0x3" fmla="*/ 17025 w 17025"/>
              <a:gd name="p0y3" fmla="*/ 80 h 8550"/>
              <a:gd name="p0x4" fmla="*/ 17025 w 17025"/>
              <a:gd name="p0y4" fmla="*/ 180 h 8550"/>
              <a:gd name="p0x5" fmla="*/ 17025 w 17025"/>
              <a:gd name="p0y5" fmla="*/ 8370 h 8550"/>
              <a:gd name="p0x6" fmla="*/ 17025 w 17025"/>
              <a:gd name="p0y6" fmla="*/ 8469 h 8550"/>
              <a:gd name="p0x7" fmla="*/ 16944 w 17025"/>
              <a:gd name="p0y7" fmla="*/ 8550 h 8550"/>
              <a:gd name="p0x8" fmla="*/ 16845 w 17025"/>
              <a:gd name="p0y8" fmla="*/ 8550 h 8550"/>
              <a:gd name="p0x9" fmla="*/ 180 w 17025"/>
              <a:gd name="p0y9" fmla="*/ 8550 h 8550"/>
              <a:gd name="p0x10" fmla="*/ 80 w 17025"/>
              <a:gd name="p0y10" fmla="*/ 8550 h 8550"/>
              <a:gd name="p0x11" fmla="*/ 0 w 17025"/>
              <a:gd name="p0y11" fmla="*/ 8469 h 8550"/>
              <a:gd name="p0x12" fmla="*/ 0 w 17025"/>
              <a:gd name="p0y12" fmla="*/ 8370 h 8550"/>
              <a:gd name="p0x13" fmla="*/ 0 w 17025"/>
              <a:gd name="p0y13" fmla="*/ 180 h 8550"/>
              <a:gd name="p0x14" fmla="*/ 0 w 17025"/>
              <a:gd name="p0y14" fmla="*/ 80 h 8550"/>
              <a:gd name="p0x15" fmla="*/ 80 w 17025"/>
              <a:gd name="p0y15" fmla="*/ 0 h 8550"/>
              <a:gd name="p0x16" fmla="*/ 180 w 17025"/>
              <a:gd name="p0y16" fmla="*/ 0 h 85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17145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695325" y="1167130"/>
          <a:ext cx="10810864" cy="5429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3361"/>
                <a:gridCol w="2664466"/>
                <a:gridCol w="2664466"/>
                <a:gridCol w="3578571"/>
              </a:tblGrid>
              <a:tr h="571500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1A1A1A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对比维度</a:t>
                      </a:r>
                      <a:endParaRPr sz="1350" b="1">
                        <a:solidFill>
                          <a:srgbClr val="1A1A1A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90500" marR="190500" marT="152400" marB="15240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9FAFB">
                        <a:alpha val="80000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1A1A1A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传统代运营公司</a:t>
                      </a:r>
                      <a:endParaRPr sz="1350" b="1">
                        <a:solidFill>
                          <a:srgbClr val="1A1A1A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90500" marR="190500" marT="152400" marB="15240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9FAFB">
                        <a:alpha val="80000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350" b="1">
                          <a:solidFill>
                            <a:srgbClr val="1A1A1A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通用</a:t>
                      </a:r>
                      <a:r>
                        <a:rPr lang="en-US" altLang="zh-CN" sz="1350" b="1">
                          <a:solidFill>
                            <a:srgbClr val="1A1A1A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AI</a:t>
                      </a:r>
                      <a:r>
                        <a:rPr lang="zh-CN" altLang="en-US" sz="1350" b="1">
                          <a:solidFill>
                            <a:srgbClr val="1A1A1A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工具厂商</a:t>
                      </a:r>
                      <a:endParaRPr lang="zh-CN" altLang="en-US" sz="1350" b="1">
                        <a:solidFill>
                          <a:srgbClr val="1A1A1A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90500" marR="190500" marT="152400" marB="15240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9FAFB">
                        <a:alpha val="80000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我们的方案</a:t>
                      </a:r>
                      <a:endParaRPr sz="1350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90500" marR="190500" marT="152400" marB="15240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gradFill>
                      <a:gsLst>
                        <a:gs pos="0">
                          <a:srgbClr val="2563EB"/>
                        </a:gs>
                        <a:gs pos="100000">
                          <a:srgbClr val="10B981"/>
                        </a:gs>
                      </a:gsLst>
                      <a:lin ang="2700000"/>
                    </a:gradFill>
                  </a:tcPr>
                </a:tc>
              </a:tr>
              <a:tr h="809625">
                <a:tc>
                  <a:txBody>
                    <a:bodyPr wrap="square"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核心能力</a:t>
                      </a:r>
                      <a:endParaRPr sz="1200" b="1">
                        <a:solidFill>
                          <a:srgbClr val="1A1A1A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90500" marR="190500" marT="171450" marB="17145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9FAFB">
                        <a:alpha val="80000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200" b="0">
                          <a:solidFill>
                            <a:srgbClr val="6B728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依赖人工</a:t>
                      </a:r>
                      <a:endParaRPr sz="1200" b="0">
                        <a:solidFill>
                          <a:srgbClr val="6B728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90500" marR="190500" marT="171450" marB="17145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200" b="0">
                          <a:solidFill>
                            <a:srgbClr val="6B728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侧重工具</a:t>
                      </a:r>
                      <a:endParaRPr sz="1200" b="0">
                        <a:solidFill>
                          <a:srgbClr val="6B728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90500" marR="190500" marT="171450" marB="17145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200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技术</a:t>
                      </a:r>
                      <a:r>
                        <a:rPr lang="en-US" altLang="zh-CN" sz="1200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lang="zh-CN" altLang="en-US" sz="1200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运营</a:t>
                      </a:r>
                      <a:r>
                        <a:rPr lang="en-US" altLang="zh-CN" sz="1200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lang="zh-CN" altLang="en-US" sz="1200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资源</a:t>
                      </a:r>
                      <a:endParaRPr lang="zh-CN" altLang="en-US" sz="1200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90500" marT="171450" marB="17145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gradFill>
                      <a:gsLst>
                        <a:gs pos="0">
                          <a:srgbClr val="2563EB"/>
                        </a:gs>
                        <a:gs pos="100000">
                          <a:srgbClr val="10B981"/>
                        </a:gs>
                      </a:gsLst>
                      <a:lin ang="2700000"/>
                    </a:gradFill>
                  </a:tcPr>
                </a:tc>
              </a:tr>
              <a:tr h="809625">
                <a:tc>
                  <a:txBody>
                    <a:bodyPr wrap="square"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覆盖范围</a:t>
                      </a:r>
                      <a:endParaRPr sz="1200" b="1">
                        <a:solidFill>
                          <a:srgbClr val="1A1A1A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90500" marR="190500" marT="171450" marB="17145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9FAFB">
                        <a:alpha val="80000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200" b="0">
                          <a:solidFill>
                            <a:srgbClr val="6B728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单一平台</a:t>
                      </a:r>
                      <a:endParaRPr sz="1200" b="0">
                        <a:solidFill>
                          <a:srgbClr val="6B728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90500" marR="190500" marT="171450" marB="17145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9FAFB">
                        <a:alpha val="60000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200" b="0">
                          <a:solidFill>
                            <a:srgbClr val="6B728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仅提供工具</a:t>
                      </a:r>
                      <a:endParaRPr sz="1200" b="0">
                        <a:solidFill>
                          <a:srgbClr val="6B728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90500" marR="190500" marT="171450" marB="17145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9FAFB">
                        <a:alpha val="60000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全平台全链路</a:t>
                      </a:r>
                      <a:endParaRPr sz="1200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90500" marR="190500" marT="171450" marB="17145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gradFill>
                      <a:gsLst>
                        <a:gs pos="0">
                          <a:srgbClr val="2563EB"/>
                        </a:gs>
                        <a:gs pos="100000">
                          <a:srgbClr val="10B981"/>
                        </a:gs>
                      </a:gsLst>
                      <a:lin ang="2700000"/>
                    </a:gradFill>
                  </a:tcPr>
                </a:tc>
              </a:tr>
              <a:tr h="809625">
                <a:tc>
                  <a:txBody>
                    <a:bodyPr wrap="square"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内容生产</a:t>
                      </a:r>
                      <a:endParaRPr sz="1200" b="1">
                        <a:solidFill>
                          <a:srgbClr val="1A1A1A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90500" marR="190500" marT="171450" marB="17145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9FAFB">
                        <a:alpha val="80000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200" b="0">
                          <a:solidFill>
                            <a:srgbClr val="6B728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产能有限</a:t>
                      </a:r>
                      <a:endParaRPr sz="1200" b="0">
                        <a:solidFill>
                          <a:srgbClr val="6B728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90500" marR="190500" marT="171450" marB="17145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200" b="0">
                          <a:solidFill>
                            <a:srgbClr val="6B728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同质化</a:t>
                      </a:r>
                      <a:endParaRPr sz="1200" b="0">
                        <a:solidFill>
                          <a:srgbClr val="6B728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90500" marR="190500" marT="171450" marB="17145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200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AI+</a:t>
                      </a:r>
                      <a:r>
                        <a:rPr lang="zh-CN" sz="1200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人工双重审核</a:t>
                      </a:r>
                      <a:endParaRPr lang="zh-CN" sz="1200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90500" marT="171450" marB="17145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gradFill>
                      <a:gsLst>
                        <a:gs pos="0">
                          <a:srgbClr val="2563EB"/>
                        </a:gs>
                        <a:gs pos="100000">
                          <a:srgbClr val="10B981"/>
                        </a:gs>
                      </a:gsLst>
                      <a:lin ang="2700000"/>
                    </a:gradFill>
                  </a:tcPr>
                </a:tc>
              </a:tr>
              <a:tr h="809625">
                <a:tc>
                  <a:txBody>
                    <a:bodyPr wrap="square"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投流优化</a:t>
                      </a:r>
                      <a:endParaRPr sz="1200" b="1">
                        <a:solidFill>
                          <a:srgbClr val="1A1A1A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90500" marR="190500" marT="171450" marB="17145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9FAFB">
                        <a:alpha val="80000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200" b="0">
                          <a:solidFill>
                            <a:srgbClr val="6B728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周期长</a:t>
                      </a:r>
                      <a:endParaRPr sz="1200" b="0">
                        <a:solidFill>
                          <a:srgbClr val="6B728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90500" marR="190500" marT="171450" marB="17145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9FAFB">
                        <a:alpha val="60000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200" b="0">
                          <a:solidFill>
                            <a:srgbClr val="6B728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无能力</a:t>
                      </a:r>
                      <a:endParaRPr sz="1200" b="0">
                        <a:solidFill>
                          <a:srgbClr val="6B728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90500" marR="190500" marT="171450" marB="17145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9FAFB">
                        <a:alpha val="60000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实时动态调整（</a:t>
                      </a:r>
                      <a:r>
                        <a:rPr lang="zh-CN" sz="1200" b="1">
                          <a:solidFill>
                            <a:srgbClr val="FCD3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提升</a:t>
                      </a:r>
                      <a:r>
                        <a:rPr lang="en-US" altLang="zh-CN" sz="1200" b="1">
                          <a:solidFill>
                            <a:srgbClr val="FCD3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20%</a:t>
                      </a:r>
                      <a:r>
                        <a:rPr sz="1200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sz="1200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90500" marR="190500" marT="171450" marB="17145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gradFill>
                      <a:gsLst>
                        <a:gs pos="0">
                          <a:srgbClr val="2563EB"/>
                        </a:gs>
                        <a:gs pos="100000">
                          <a:srgbClr val="10B981"/>
                        </a:gs>
                      </a:gsLst>
                      <a:lin ang="2700000"/>
                    </a:gradFill>
                  </a:tcPr>
                </a:tc>
              </a:tr>
              <a:tr h="809625">
                <a:tc>
                  <a:txBody>
                    <a:bodyPr wrap="square"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数据能力</a:t>
                      </a:r>
                      <a:endParaRPr sz="1200" b="1">
                        <a:solidFill>
                          <a:srgbClr val="1A1A1A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90500" marR="190500" marT="171450" marB="17145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9FAFB">
                        <a:alpha val="80000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200" b="0">
                          <a:solidFill>
                            <a:srgbClr val="6B728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误差大</a:t>
                      </a:r>
                      <a:endParaRPr sz="1200" b="0">
                        <a:solidFill>
                          <a:srgbClr val="6B728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90500" marR="190500" marT="171450" marB="17145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200" b="0">
                          <a:solidFill>
                            <a:srgbClr val="6B728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脱节</a:t>
                      </a:r>
                      <a:endParaRPr sz="1200" b="0">
                        <a:solidFill>
                          <a:srgbClr val="6B728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90500" marR="190500" marT="171450" marB="17145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自动归因（</a:t>
                      </a:r>
                      <a:r>
                        <a:rPr lang="zh-CN" sz="1200" b="1">
                          <a:solidFill>
                            <a:srgbClr val="FCD3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误差</a:t>
                      </a:r>
                      <a:r>
                        <a:rPr lang="en-US" altLang="zh-CN" sz="1200" b="1">
                          <a:solidFill>
                            <a:srgbClr val="FCD3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&lt;10%</a:t>
                      </a:r>
                      <a:r>
                        <a:rPr sz="1200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sz="1200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90500" marR="190500" marT="171450" marB="17145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gradFill>
                      <a:gsLst>
                        <a:gs pos="0">
                          <a:srgbClr val="2563EB"/>
                        </a:gs>
                        <a:gs pos="100000">
                          <a:srgbClr val="10B981"/>
                        </a:gs>
                      </a:gsLst>
                      <a:lin ang="2700000"/>
                    </a:gradFill>
                  </a:tcPr>
                </a:tc>
              </a:tr>
              <a:tr h="809625">
                <a:tc>
                  <a:txBody>
                    <a:bodyPr wrap="square"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合规能力</a:t>
                      </a:r>
                      <a:endParaRPr sz="1200" b="1">
                        <a:solidFill>
                          <a:srgbClr val="1A1A1A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90500" marR="190500" marT="171450" marB="17145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9FAFB">
                        <a:alpha val="80000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200" b="0">
                          <a:solidFill>
                            <a:srgbClr val="6B728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漏检率高</a:t>
                      </a:r>
                      <a:endParaRPr sz="1200" b="0">
                        <a:solidFill>
                          <a:srgbClr val="6B728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90500" marR="190500" marT="171450" marB="17145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9FAFB">
                        <a:alpha val="60000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200" b="0">
                          <a:solidFill>
                            <a:srgbClr val="6B728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无能力</a:t>
                      </a:r>
                      <a:endParaRPr sz="1200" b="0">
                        <a:solidFill>
                          <a:srgbClr val="6B728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90500" marR="190500" marT="171450" marB="17145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9FAFB">
                        <a:alpha val="60000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违规率降低</a:t>
                      </a:r>
                      <a:r>
                        <a:rPr sz="1200" b="1">
                          <a:solidFill>
                            <a:srgbClr val="FCD3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90%</a:t>
                      </a:r>
                      <a:endParaRPr sz="1200" b="1">
                        <a:solidFill>
                          <a:srgbClr val="FCD3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90500" marR="190500" marT="171450" marB="17145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gradFill>
                      <a:gsLst>
                        <a:gs pos="0">
                          <a:srgbClr val="2563EB"/>
                        </a:gs>
                        <a:gs pos="100000">
                          <a:srgbClr val="10B981"/>
                        </a:gs>
                      </a:gsLst>
                      <a:lin ang="2700000"/>
                    </a:gra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3F2FD"/>
            </a:gs>
            <a:gs pos="100000">
              <a:srgbClr val="F5F7FA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57200" y="398145"/>
            <a:ext cx="11277600" cy="3752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典型案例：成功合作实践</a:t>
            </a:r>
            <a:endParaRPr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2"/>
            </p:custDataLst>
          </p:nvPr>
        </p:nvSpPr>
        <p:spPr>
          <a:xfrm>
            <a:off x="461645" y="1040765"/>
            <a:ext cx="3546475" cy="5095875"/>
          </a:xfrm>
          <a:custGeom>
            <a:avLst/>
            <a:gdLst>
              <a:gd name="sw" fmla="*/ 1 w 5584"/>
              <a:gd name="sh" fmla="*/ 1 h 8025"/>
              <a:gd name="mins" fmla="min sw sh"/>
              <a:gd name="dsw" fmla="+- 0 sw mins"/>
              <a:gd name="dsh" fmla="+- 0 sh mins"/>
              <a:gd name="p0x0" fmla="*/ 180 w 5584"/>
              <a:gd name="p0y0" fmla="*/ 0 h 8025"/>
              <a:gd name="p0x1" fmla="*/ 5404 w 5584"/>
              <a:gd name="p0y1" fmla="*/ 0 h 8025"/>
              <a:gd name="p0x2" fmla="*/ 5504 w 5584"/>
              <a:gd name="p0y2" fmla="*/ 0 h 8025"/>
              <a:gd name="p0x3" fmla="*/ 5584 w 5584"/>
              <a:gd name="p0y3" fmla="*/ 80 h 8025"/>
              <a:gd name="p0x4" fmla="*/ 5584 w 5584"/>
              <a:gd name="p0y4" fmla="*/ 180 h 8025"/>
              <a:gd name="p0x5" fmla="*/ 5584 w 5584"/>
              <a:gd name="p0y5" fmla="*/ 7845 h 8025"/>
              <a:gd name="p0x6" fmla="*/ 5584 w 5584"/>
              <a:gd name="p0y6" fmla="*/ 7944 h 8025"/>
              <a:gd name="p0x7" fmla="*/ 5504 w 5584"/>
              <a:gd name="p0y7" fmla="*/ 8025 h 8025"/>
              <a:gd name="p0x8" fmla="*/ 5404 w 5584"/>
              <a:gd name="p0y8" fmla="*/ 8025 h 8025"/>
              <a:gd name="p0x9" fmla="*/ 180 w 5584"/>
              <a:gd name="p0y9" fmla="*/ 8025 h 8025"/>
              <a:gd name="p0x10" fmla="*/ 80 w 5584"/>
              <a:gd name="p0y10" fmla="*/ 8025 h 8025"/>
              <a:gd name="p0x11" fmla="*/ 0 w 5584"/>
              <a:gd name="p0y11" fmla="*/ 7944 h 8025"/>
              <a:gd name="p0x12" fmla="*/ 0 w 5584"/>
              <a:gd name="p0y12" fmla="*/ 7845 h 8025"/>
              <a:gd name="p0x13" fmla="*/ 0 w 5584"/>
              <a:gd name="p0y13" fmla="*/ 180 h 8025"/>
              <a:gd name="p0x14" fmla="*/ 0 w 5584"/>
              <a:gd name="p0y14" fmla="*/ 80 h 8025"/>
              <a:gd name="p0x15" fmla="*/ 80 w 5584"/>
              <a:gd name="p0y15" fmla="*/ 0 h 8025"/>
              <a:gd name="p0x16" fmla="*/ 180 w 5584"/>
              <a:gd name="p0y16" fmla="*/ 0 h 80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5098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17145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733425" y="1388716"/>
            <a:ext cx="3003499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3600" b="1">
                <a:solidFill>
                  <a:srgbClr val="10B98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50</a:t>
            </a:r>
            <a:r>
              <a:rPr lang="zh-CN" altLang="en-US" sz="3600" b="1">
                <a:solidFill>
                  <a:srgbClr val="10B98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万</a:t>
            </a:r>
            <a:r>
              <a:rPr lang="en-US" altLang="zh-CN" sz="3600" b="1">
                <a:solidFill>
                  <a:srgbClr val="10B98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+</a:t>
            </a:r>
            <a:endParaRPr lang="en-US" altLang="zh-CN" sz="3600" b="1">
              <a:solidFill>
                <a:srgbClr val="10B98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733425" y="1962064"/>
            <a:ext cx="3003499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粉丝突破</a:t>
            </a:r>
            <a:r>
              <a:rPr lang="en-US" altLang="zh-CN"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ROI 1:3.8</a:t>
            </a:r>
            <a:endParaRPr lang="en-US" altLang="zh-CN" sz="12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733425" y="2423074"/>
            <a:ext cx="3003499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宠物用品品牌出海</a:t>
            </a:r>
            <a:endParaRPr sz="15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>
            <a:off x="733425" y="2870200"/>
            <a:ext cx="300291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733425" y="3136497"/>
            <a:ext cx="3003499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 b="1" spc="37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痛点</a:t>
            </a:r>
            <a:endParaRPr sz="1050" b="1" spc="37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733425" y="3411769"/>
            <a:ext cx="3003499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冷启动困难，</a:t>
            </a:r>
            <a:r>
              <a:rPr lang="en-US" altLang="zh-CN" sz="12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ROI</a:t>
            </a:r>
            <a:r>
              <a:rPr lang="zh-CN" altLang="en-US" sz="12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不足</a:t>
            </a:r>
            <a:r>
              <a:rPr lang="en-US" altLang="zh-CN" sz="12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1:1</a:t>
            </a:r>
            <a:endParaRPr lang="en-US" altLang="zh-CN" sz="120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733425" y="3923205"/>
            <a:ext cx="3003499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 b="1" spc="37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</a:rPr>
              <a:t>成果</a:t>
            </a:r>
            <a:endParaRPr sz="1050" b="1" spc="37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733425" y="4198477"/>
            <a:ext cx="3188789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粉丝破</a:t>
            </a:r>
            <a:r>
              <a:rPr lang="en-US" altLang="zh-CN" sz="12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</a:t>
            </a:r>
            <a:r>
              <a:rPr lang="zh-CN" altLang="en-US" sz="12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万，</a:t>
            </a:r>
            <a:r>
              <a:rPr lang="en-US" altLang="zh-CN" sz="12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ROI</a:t>
            </a:r>
            <a:r>
              <a:rPr lang="zh-CN" altLang="en-US" sz="12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提升至</a:t>
            </a:r>
            <a:r>
              <a:rPr lang="en-US" altLang="zh-CN" sz="12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1:3.8</a:t>
            </a:r>
            <a:r>
              <a:rPr lang="zh-CN" altLang="en-US" sz="12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，月销</a:t>
            </a:r>
            <a:r>
              <a:rPr lang="en-US" altLang="zh-CN" sz="12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</a:t>
            </a:r>
            <a:r>
              <a:rPr lang="zh-CN" altLang="en-US" sz="12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sz="120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1"/>
            </p:custDataLst>
          </p:nvPr>
        </p:nvSpPr>
        <p:spPr>
          <a:xfrm>
            <a:off x="4322445" y="1040765"/>
            <a:ext cx="3546475" cy="5095875"/>
          </a:xfrm>
          <a:custGeom>
            <a:avLst/>
            <a:gdLst>
              <a:gd name="sw" fmla="*/ 1 w 5584"/>
              <a:gd name="sh" fmla="*/ 1 h 8025"/>
              <a:gd name="mins" fmla="min sw sh"/>
              <a:gd name="dsw" fmla="+- 0 sw mins"/>
              <a:gd name="dsh" fmla="+- 0 sh mins"/>
              <a:gd name="p0x0" fmla="*/ 180 w 5584"/>
              <a:gd name="p0y0" fmla="*/ 0 h 8025"/>
              <a:gd name="p0x1" fmla="*/ 5404 w 5584"/>
              <a:gd name="p0y1" fmla="*/ 0 h 8025"/>
              <a:gd name="p0x2" fmla="*/ 5504 w 5584"/>
              <a:gd name="p0y2" fmla="*/ 0 h 8025"/>
              <a:gd name="p0x3" fmla="*/ 5584 w 5584"/>
              <a:gd name="p0y3" fmla="*/ 80 h 8025"/>
              <a:gd name="p0x4" fmla="*/ 5584 w 5584"/>
              <a:gd name="p0y4" fmla="*/ 180 h 8025"/>
              <a:gd name="p0x5" fmla="*/ 5584 w 5584"/>
              <a:gd name="p0y5" fmla="*/ 7845 h 8025"/>
              <a:gd name="p0x6" fmla="*/ 5584 w 5584"/>
              <a:gd name="p0y6" fmla="*/ 7944 h 8025"/>
              <a:gd name="p0x7" fmla="*/ 5504 w 5584"/>
              <a:gd name="p0y7" fmla="*/ 8025 h 8025"/>
              <a:gd name="p0x8" fmla="*/ 5404 w 5584"/>
              <a:gd name="p0y8" fmla="*/ 8025 h 8025"/>
              <a:gd name="p0x9" fmla="*/ 180 w 5584"/>
              <a:gd name="p0y9" fmla="*/ 8025 h 8025"/>
              <a:gd name="p0x10" fmla="*/ 80 w 5584"/>
              <a:gd name="p0y10" fmla="*/ 8025 h 8025"/>
              <a:gd name="p0x11" fmla="*/ 0 w 5584"/>
              <a:gd name="p0y11" fmla="*/ 7944 h 8025"/>
              <a:gd name="p0x12" fmla="*/ 0 w 5584"/>
              <a:gd name="p0y12" fmla="*/ 7845 h 8025"/>
              <a:gd name="p0x13" fmla="*/ 0 w 5584"/>
              <a:gd name="p0y13" fmla="*/ 180 h 8025"/>
              <a:gd name="p0x14" fmla="*/ 0 w 5584"/>
              <a:gd name="p0y14" fmla="*/ 80 h 8025"/>
              <a:gd name="p0x15" fmla="*/ 80 w 5584"/>
              <a:gd name="p0y15" fmla="*/ 0 h 8025"/>
              <a:gd name="p0x16" fmla="*/ 180 w 5584"/>
              <a:gd name="p0y16" fmla="*/ 0 h 80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5098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17145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4594174" y="1388716"/>
            <a:ext cx="3003499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3600" b="1">
                <a:solidFill>
                  <a:srgbClr val="10B98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200</a:t>
            </a:r>
            <a:r>
              <a:rPr lang="zh-CN" altLang="en-US" sz="3600" b="1">
                <a:solidFill>
                  <a:srgbClr val="10B98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万</a:t>
            </a:r>
            <a:r>
              <a:rPr lang="en-US" altLang="zh-CN" sz="3600" b="1">
                <a:solidFill>
                  <a:srgbClr val="10B98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+</a:t>
            </a:r>
            <a:endParaRPr lang="en-US" altLang="zh-CN" sz="3600" b="1">
              <a:solidFill>
                <a:srgbClr val="10B98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4594174" y="1962064"/>
            <a:ext cx="3003499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粉丝增长</a:t>
            </a:r>
            <a:r>
              <a:rPr lang="en-US" altLang="zh-CN"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转化率</a:t>
            </a:r>
            <a:r>
              <a:rPr lang="en-US" altLang="zh-CN"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5.2%</a:t>
            </a:r>
            <a:endParaRPr lang="en-US" altLang="zh-CN" sz="12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4594174" y="2423074"/>
            <a:ext cx="3003499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国内消费品牌增长</a:t>
            </a:r>
            <a:endParaRPr sz="15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>
            <p:custDataLst>
              <p:tags r:id="rId15"/>
            </p:custDataLst>
          </p:nvPr>
        </p:nvSpPr>
        <p:spPr>
          <a:xfrm>
            <a:off x="4593590" y="2870200"/>
            <a:ext cx="30035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4594174" y="3136497"/>
            <a:ext cx="3003499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 b="1" spc="37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痛点</a:t>
            </a:r>
            <a:endParaRPr sz="1050" b="1" spc="37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7"/>
            </p:custDataLst>
          </p:nvPr>
        </p:nvSpPr>
        <p:spPr>
          <a:xfrm>
            <a:off x="4594174" y="3411769"/>
            <a:ext cx="3003499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转化率不足</a:t>
            </a:r>
            <a:r>
              <a:rPr lang="en-US" altLang="zh-CN" sz="12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2%</a:t>
            </a:r>
            <a:r>
              <a:rPr lang="zh-CN" altLang="en-US" sz="12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，获客成本</a:t>
            </a:r>
            <a:r>
              <a:rPr lang="en-US" altLang="zh-CN" sz="12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150</a:t>
            </a:r>
            <a:r>
              <a:rPr lang="zh-CN" altLang="en-US" sz="12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</a:t>
            </a:r>
            <a:endParaRPr lang="zh-CN" altLang="en-US" sz="120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8"/>
            </p:custDataLst>
          </p:nvPr>
        </p:nvSpPr>
        <p:spPr>
          <a:xfrm>
            <a:off x="4594174" y="3923205"/>
            <a:ext cx="3003499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 b="1" spc="37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</a:rPr>
              <a:t>成果</a:t>
            </a:r>
            <a:endParaRPr sz="1050" b="1" spc="37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9"/>
            </p:custDataLst>
          </p:nvPr>
        </p:nvSpPr>
        <p:spPr>
          <a:xfrm>
            <a:off x="4594174" y="4198477"/>
            <a:ext cx="3236271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粉丝涨</a:t>
            </a:r>
            <a:r>
              <a:rPr lang="en-US" altLang="zh-CN" sz="12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</a:t>
            </a:r>
            <a:r>
              <a:rPr lang="zh-CN" altLang="en-US" sz="12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万，转化率</a:t>
            </a:r>
            <a:r>
              <a:rPr lang="en-US" altLang="zh-CN" sz="12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5.2%</a:t>
            </a:r>
            <a:r>
              <a:rPr lang="zh-CN" altLang="en-US" sz="12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，成本降至</a:t>
            </a:r>
            <a:r>
              <a:rPr lang="en-US" altLang="zh-CN" sz="12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</a:t>
            </a:r>
            <a:r>
              <a:rPr lang="zh-CN" altLang="en-US" sz="12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</a:t>
            </a:r>
            <a:endParaRPr lang="zh-CN" altLang="en-US" sz="120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0"/>
            </p:custDataLst>
          </p:nvPr>
        </p:nvSpPr>
        <p:spPr>
          <a:xfrm>
            <a:off x="8183245" y="1040765"/>
            <a:ext cx="3546475" cy="5095875"/>
          </a:xfrm>
          <a:custGeom>
            <a:avLst/>
            <a:gdLst>
              <a:gd name="sw" fmla="*/ 1 w 5584"/>
              <a:gd name="sh" fmla="*/ 1 h 8025"/>
              <a:gd name="mins" fmla="min sw sh"/>
              <a:gd name="dsw" fmla="+- 0 sw mins"/>
              <a:gd name="dsh" fmla="+- 0 sh mins"/>
              <a:gd name="p0x0" fmla="*/ 180 w 5584"/>
              <a:gd name="p0y0" fmla="*/ 0 h 8025"/>
              <a:gd name="p0x1" fmla="*/ 5404 w 5584"/>
              <a:gd name="p0y1" fmla="*/ 0 h 8025"/>
              <a:gd name="p0x2" fmla="*/ 5504 w 5584"/>
              <a:gd name="p0y2" fmla="*/ 0 h 8025"/>
              <a:gd name="p0x3" fmla="*/ 5584 w 5584"/>
              <a:gd name="p0y3" fmla="*/ 80 h 8025"/>
              <a:gd name="p0x4" fmla="*/ 5584 w 5584"/>
              <a:gd name="p0y4" fmla="*/ 180 h 8025"/>
              <a:gd name="p0x5" fmla="*/ 5584 w 5584"/>
              <a:gd name="p0y5" fmla="*/ 7845 h 8025"/>
              <a:gd name="p0x6" fmla="*/ 5584 w 5584"/>
              <a:gd name="p0y6" fmla="*/ 7944 h 8025"/>
              <a:gd name="p0x7" fmla="*/ 5504 w 5584"/>
              <a:gd name="p0y7" fmla="*/ 8025 h 8025"/>
              <a:gd name="p0x8" fmla="*/ 5404 w 5584"/>
              <a:gd name="p0y8" fmla="*/ 8025 h 8025"/>
              <a:gd name="p0x9" fmla="*/ 180 w 5584"/>
              <a:gd name="p0y9" fmla="*/ 8025 h 8025"/>
              <a:gd name="p0x10" fmla="*/ 80 w 5584"/>
              <a:gd name="p0y10" fmla="*/ 8025 h 8025"/>
              <a:gd name="p0x11" fmla="*/ 0 w 5584"/>
              <a:gd name="p0y11" fmla="*/ 7944 h 8025"/>
              <a:gd name="p0x12" fmla="*/ 0 w 5584"/>
              <a:gd name="p0y12" fmla="*/ 7845 h 8025"/>
              <a:gd name="p0x13" fmla="*/ 0 w 5584"/>
              <a:gd name="p0y13" fmla="*/ 180 h 8025"/>
              <a:gd name="p0x14" fmla="*/ 0 w 5584"/>
              <a:gd name="p0y14" fmla="*/ 80 h 8025"/>
              <a:gd name="p0x15" fmla="*/ 80 w 5584"/>
              <a:gd name="p0y15" fmla="*/ 0 h 8025"/>
              <a:gd name="p0x16" fmla="*/ 180 w 5584"/>
              <a:gd name="p0y16" fmla="*/ 0 h 80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5098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17145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21"/>
            </p:custDataLst>
          </p:nvPr>
        </p:nvSpPr>
        <p:spPr>
          <a:xfrm>
            <a:off x="8454923" y="1388716"/>
            <a:ext cx="3003499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3600" b="1">
                <a:solidFill>
                  <a:srgbClr val="10B98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10</a:t>
            </a:r>
            <a:r>
              <a:rPr lang="zh-CN" altLang="en-US" sz="3600" b="1">
                <a:solidFill>
                  <a:srgbClr val="10B98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亿</a:t>
            </a:r>
            <a:r>
              <a:rPr lang="en-US" altLang="zh-CN" sz="3600" b="1">
                <a:solidFill>
                  <a:srgbClr val="10B98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+</a:t>
            </a:r>
            <a:endParaRPr lang="en-US" altLang="zh-CN" sz="3600" b="1">
              <a:solidFill>
                <a:srgbClr val="10B98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2"/>
            </p:custDataLst>
          </p:nvPr>
        </p:nvSpPr>
        <p:spPr>
          <a:xfrm>
            <a:off x="8454923" y="1962064"/>
            <a:ext cx="3003499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播放量</a:t>
            </a:r>
            <a:r>
              <a:rPr lang="en-US" altLang="zh-CN"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游客增长</a:t>
            </a:r>
            <a:r>
              <a:rPr lang="en-US" altLang="zh-CN"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40%</a:t>
            </a:r>
            <a:endParaRPr lang="en-US" altLang="zh-CN" sz="12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3"/>
            </p:custDataLst>
          </p:nvPr>
        </p:nvSpPr>
        <p:spPr>
          <a:xfrm>
            <a:off x="8454923" y="2423074"/>
            <a:ext cx="3003499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文旅局新媒体宣传</a:t>
            </a:r>
            <a:endParaRPr sz="15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 24"/>
          <p:cNvSpPr/>
          <p:nvPr>
            <p:custDataLst>
              <p:tags r:id="rId24"/>
            </p:custDataLst>
          </p:nvPr>
        </p:nvSpPr>
        <p:spPr>
          <a:xfrm>
            <a:off x="8454390" y="2870200"/>
            <a:ext cx="30035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5"/>
            </p:custDataLst>
          </p:nvPr>
        </p:nvSpPr>
        <p:spPr>
          <a:xfrm>
            <a:off x="8454923" y="3136497"/>
            <a:ext cx="3003499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 b="1" spc="37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痛点</a:t>
            </a:r>
            <a:endParaRPr sz="1050" b="1" spc="37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6"/>
            </p:custDataLst>
          </p:nvPr>
        </p:nvSpPr>
        <p:spPr>
          <a:xfrm>
            <a:off x="8454923" y="3411769"/>
            <a:ext cx="3003499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宣传形式单一，增长乏力</a:t>
            </a:r>
            <a:endParaRPr sz="120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7"/>
            </p:custDataLst>
          </p:nvPr>
        </p:nvSpPr>
        <p:spPr>
          <a:xfrm>
            <a:off x="8454923" y="3923205"/>
            <a:ext cx="3003499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 b="1" spc="37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</a:rPr>
              <a:t>成果</a:t>
            </a:r>
            <a:endParaRPr sz="1050" b="1" spc="37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28"/>
            </p:custDataLst>
          </p:nvPr>
        </p:nvSpPr>
        <p:spPr>
          <a:xfrm>
            <a:off x="8454923" y="4198477"/>
            <a:ext cx="3003499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播放量破</a:t>
            </a:r>
            <a:r>
              <a:rPr lang="en-US" altLang="zh-CN" sz="12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12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亿，游客增长</a:t>
            </a:r>
            <a:r>
              <a:rPr lang="en-US" altLang="zh-CN" sz="120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40%</a:t>
            </a:r>
            <a:endParaRPr lang="en-US" altLang="zh-CN" sz="120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3F2FD"/>
            </a:gs>
            <a:gs pos="100000">
              <a:srgbClr val="F5F7FA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538345" y="217805"/>
            <a:ext cx="2966085" cy="3752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自建</a:t>
            </a:r>
            <a:r>
              <a:rPr lang="en-US" altLang="zh-CN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AI</a:t>
            </a: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内容分发</a:t>
            </a:r>
            <a:r>
              <a:rPr lang="zh-CN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平台</a:t>
            </a:r>
            <a:endParaRPr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733425" y="2870200"/>
            <a:ext cx="300291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 descr="7c74f6f1-c04b-413d-be47-78fde847fa5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" y="1040765"/>
            <a:ext cx="3745230" cy="5245735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4688840" y="672465"/>
            <a:ext cx="2516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https://yunjunet.cn/feed</a:t>
            </a:r>
            <a:endParaRPr lang="en-US" altLang="zh-CN"/>
          </a:p>
        </p:txBody>
      </p:sp>
      <p:pic>
        <p:nvPicPr>
          <p:cNvPr id="32" name="图片 31" descr="e1aaa323-e85b-4d44-939b-075686cef54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8345" y="1276985"/>
            <a:ext cx="7139305" cy="5009515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1687195" y="6426200"/>
            <a:ext cx="1286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短视频</a:t>
            </a:r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6181090" y="6426200"/>
            <a:ext cx="4370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图文制作、审核、自动分发（小红书等）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3F2FD"/>
            </a:gs>
            <a:gs pos="100000">
              <a:srgbClr val="F5F7FA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928235" y="217805"/>
            <a:ext cx="2277110" cy="3752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独立站建站服务</a:t>
            </a:r>
            <a:endParaRPr lang="zh-CN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733425" y="2870200"/>
            <a:ext cx="300291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4688840" y="672465"/>
            <a:ext cx="281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https://pet.yunjunet.cn/zh</a:t>
            </a:r>
            <a:endParaRPr lang="en-US" altLang="zh-CN"/>
          </a:p>
        </p:txBody>
      </p:sp>
      <p:pic>
        <p:nvPicPr>
          <p:cNvPr id="32" name="图片 31" descr="C:/Users/Administrator/Desktop/17f449d9-1053-4103-92a9-39df5a8fd933.png17f449d9-1053-4103-92a9-39df5a8fd933"/>
          <p:cNvPicPr>
            <a:picLocks noChangeAspect="1"/>
          </p:cNvPicPr>
          <p:nvPr/>
        </p:nvPicPr>
        <p:blipFill>
          <a:blip r:embed="rId3"/>
          <a:srcRect t="16566" b="16566"/>
          <a:stretch>
            <a:fillRect/>
          </a:stretch>
        </p:blipFill>
        <p:spPr>
          <a:xfrm>
            <a:off x="2343150" y="1242060"/>
            <a:ext cx="8030210" cy="56343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3F2FD"/>
            </a:gs>
            <a:gs pos="100000">
              <a:srgbClr val="F5F7FA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57200" y="403860"/>
            <a:ext cx="11277600" cy="3448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产品路线图与项目落地时间表</a:t>
            </a:r>
            <a:endParaRPr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2"/>
            </p:custDataLst>
          </p:nvPr>
        </p:nvSpPr>
        <p:spPr>
          <a:xfrm>
            <a:off x="461645" y="972185"/>
            <a:ext cx="11268075" cy="2466975"/>
          </a:xfrm>
          <a:custGeom>
            <a:avLst/>
            <a:gdLst>
              <a:gd name="sw" fmla="*/ 1 w 17745"/>
              <a:gd name="sh" fmla="*/ 1 h 3885"/>
              <a:gd name="mins" fmla="min sw sh"/>
              <a:gd name="dsw" fmla="+- 0 sw mins"/>
              <a:gd name="dsh" fmla="+- 0 sh mins"/>
              <a:gd name="p0x0" fmla="*/ 180 w 17745"/>
              <a:gd name="p0y0" fmla="*/ 0 h 3885"/>
              <a:gd name="p0x1" fmla="*/ 17565 w 17745"/>
              <a:gd name="p0y1" fmla="*/ 0 h 3885"/>
              <a:gd name="p0x2" fmla="*/ 17664 w 17745"/>
              <a:gd name="p0y2" fmla="*/ 0 h 3885"/>
              <a:gd name="p0x3" fmla="*/ 17745 w 17745"/>
              <a:gd name="p0y3" fmla="*/ 80 h 3885"/>
              <a:gd name="p0x4" fmla="*/ 17745 w 17745"/>
              <a:gd name="p0y4" fmla="*/ 180 h 3885"/>
              <a:gd name="p0x5" fmla="*/ 17745 w 17745"/>
              <a:gd name="p0y5" fmla="*/ 3705 h 3885"/>
              <a:gd name="p0x6" fmla="*/ 17745 w 17745"/>
              <a:gd name="p0y6" fmla="*/ 3804 h 3885"/>
              <a:gd name="p0x7" fmla="*/ 17664 w 17745"/>
              <a:gd name="p0y7" fmla="*/ 3885 h 3885"/>
              <a:gd name="p0x8" fmla="*/ 17565 w 17745"/>
              <a:gd name="p0y8" fmla="*/ 3885 h 3885"/>
              <a:gd name="p0x9" fmla="*/ 180 w 17745"/>
              <a:gd name="p0y9" fmla="*/ 3885 h 3885"/>
              <a:gd name="p0x10" fmla="*/ 80 w 17745"/>
              <a:gd name="p0y10" fmla="*/ 3885 h 3885"/>
              <a:gd name="p0x11" fmla="*/ 0 w 17745"/>
              <a:gd name="p0y11" fmla="*/ 3804 h 3885"/>
              <a:gd name="p0x12" fmla="*/ 0 w 17745"/>
              <a:gd name="p0y12" fmla="*/ 3705 h 3885"/>
              <a:gd name="p0x13" fmla="*/ 0 w 17745"/>
              <a:gd name="p0y13" fmla="*/ 180 h 3885"/>
              <a:gd name="p0x14" fmla="*/ 0 w 17745"/>
              <a:gd name="p0y14" fmla="*/ 80 h 3885"/>
              <a:gd name="p0x15" fmla="*/ 80 w 17745"/>
              <a:gd name="p0y15" fmla="*/ 0 h 3885"/>
              <a:gd name="p0x16" fmla="*/ 180 w 17745"/>
              <a:gd name="p0y16" fmla="*/ 0 h 38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5098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17145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695325" y="1218190"/>
            <a:ext cx="10801350" cy="2228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35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三年规划时间轴</a:t>
            </a:r>
            <a:endParaRPr sz="135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1266825" y="1843405"/>
            <a:ext cx="9658350" cy="381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5"/>
            </p:custDataLst>
          </p:nvPr>
        </p:nvSpPr>
        <p:spPr>
          <a:xfrm>
            <a:off x="461645" y="3677285"/>
            <a:ext cx="11268075" cy="2657475"/>
          </a:xfrm>
          <a:custGeom>
            <a:avLst/>
            <a:gdLst>
              <a:gd name="sw" fmla="*/ 1 w 17745"/>
              <a:gd name="sh" fmla="*/ 1 h 4185"/>
              <a:gd name="mins" fmla="min sw sh"/>
              <a:gd name="dsw" fmla="+- 0 sw mins"/>
              <a:gd name="dsh" fmla="+- 0 sh mins"/>
              <a:gd name="p0x0" fmla="*/ 180 w 17745"/>
              <a:gd name="p0y0" fmla="*/ 0 h 4185"/>
              <a:gd name="p0x1" fmla="*/ 17565 w 17745"/>
              <a:gd name="p0y1" fmla="*/ 0 h 4185"/>
              <a:gd name="p0x2" fmla="*/ 17664 w 17745"/>
              <a:gd name="p0y2" fmla="*/ 0 h 4185"/>
              <a:gd name="p0x3" fmla="*/ 17745 w 17745"/>
              <a:gd name="p0y3" fmla="*/ 80 h 4185"/>
              <a:gd name="p0x4" fmla="*/ 17745 w 17745"/>
              <a:gd name="p0y4" fmla="*/ 180 h 4185"/>
              <a:gd name="p0x5" fmla="*/ 17745 w 17745"/>
              <a:gd name="p0y5" fmla="*/ 4005 h 4185"/>
              <a:gd name="p0x6" fmla="*/ 17745 w 17745"/>
              <a:gd name="p0y6" fmla="*/ 4104 h 4185"/>
              <a:gd name="p0x7" fmla="*/ 17664 w 17745"/>
              <a:gd name="p0y7" fmla="*/ 4185 h 4185"/>
              <a:gd name="p0x8" fmla="*/ 17565 w 17745"/>
              <a:gd name="p0y8" fmla="*/ 4185 h 4185"/>
              <a:gd name="p0x9" fmla="*/ 180 w 17745"/>
              <a:gd name="p0y9" fmla="*/ 4185 h 4185"/>
              <a:gd name="p0x10" fmla="*/ 80 w 17745"/>
              <a:gd name="p0y10" fmla="*/ 4185 h 4185"/>
              <a:gd name="p0x11" fmla="*/ 0 w 17745"/>
              <a:gd name="p0y11" fmla="*/ 4104 h 4185"/>
              <a:gd name="p0x12" fmla="*/ 0 w 17745"/>
              <a:gd name="p0y12" fmla="*/ 4005 h 4185"/>
              <a:gd name="p0x13" fmla="*/ 0 w 17745"/>
              <a:gd name="p0y13" fmla="*/ 180 h 4185"/>
              <a:gd name="p0x14" fmla="*/ 0 w 17745"/>
              <a:gd name="p0y14" fmla="*/ 80 h 4185"/>
              <a:gd name="p0x15" fmla="*/ 80 w 17745"/>
              <a:gd name="p0y15" fmla="*/ 0 h 4185"/>
              <a:gd name="p0x16" fmla="*/ 180 w 17745"/>
              <a:gd name="p0y16" fmla="*/ 0 h 41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5098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17145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695325" y="3923290"/>
            <a:ext cx="10801350" cy="2228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35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项目落地时间表</a:t>
            </a:r>
            <a:endParaRPr sz="135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695325" y="4390968"/>
            <a:ext cx="133350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1-2</a:t>
            </a:r>
            <a:r>
              <a:rPr lang="zh-CN" alt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</a:t>
            </a:r>
            <a:endParaRPr lang="zh-CN" altLang="en-US"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8"/>
            </p:custDataLst>
          </p:nvPr>
        </p:nvSpPr>
        <p:spPr>
          <a:xfrm>
            <a:off x="2028825" y="4367530"/>
            <a:ext cx="9467850" cy="266700"/>
          </a:xfrm>
          <a:custGeom>
            <a:avLst/>
            <a:gdLst>
              <a:gd name="sw" fmla="*/ 1 w 14910"/>
              <a:gd name="sh" fmla="*/ 1 h 420"/>
              <a:gd name="mins" fmla="min sw sh"/>
              <a:gd name="dsw" fmla="+- 0 sw mins"/>
              <a:gd name="dsh" fmla="+- 0 sh mins"/>
              <a:gd name="p0x0" fmla="*/ 60 w 14910"/>
              <a:gd name="p0y0" fmla="*/ 0 h 420"/>
              <a:gd name="p0x1" fmla="*/ 14850 w 14910"/>
              <a:gd name="p0y1" fmla="*/ 0 h 420"/>
              <a:gd name="p0x2" fmla="*/ 14883 w 14910"/>
              <a:gd name="p0y2" fmla="*/ 0 h 420"/>
              <a:gd name="p0x3" fmla="*/ 14910 w 14910"/>
              <a:gd name="p0y3" fmla="*/ 26 h 420"/>
              <a:gd name="p0x4" fmla="*/ 14910 w 14910"/>
              <a:gd name="p0y4" fmla="*/ 60 h 420"/>
              <a:gd name="p0x5" fmla="*/ 14910 w 14910"/>
              <a:gd name="p0y5" fmla="*/ 360 h 420"/>
              <a:gd name="p0x6" fmla="*/ 14910 w 14910"/>
              <a:gd name="p0y6" fmla="*/ 393 h 420"/>
              <a:gd name="p0x7" fmla="*/ 14883 w 14910"/>
              <a:gd name="p0y7" fmla="*/ 420 h 420"/>
              <a:gd name="p0x8" fmla="*/ 14850 w 14910"/>
              <a:gd name="p0y8" fmla="*/ 420 h 420"/>
              <a:gd name="p0x9" fmla="*/ 60 w 14910"/>
              <a:gd name="p0y9" fmla="*/ 420 h 420"/>
              <a:gd name="p0x10" fmla="*/ 26 w 14910"/>
              <a:gd name="p0y10" fmla="*/ 420 h 420"/>
              <a:gd name="p0x11" fmla="*/ 0 w 14910"/>
              <a:gd name="p0y11" fmla="*/ 393 h 420"/>
              <a:gd name="p0x12" fmla="*/ 0 w 14910"/>
              <a:gd name="p0y12" fmla="*/ 360 h 420"/>
              <a:gd name="p0x13" fmla="*/ 0 w 14910"/>
              <a:gd name="p0y13" fmla="*/ 60 h 420"/>
              <a:gd name="p0x14" fmla="*/ 0 w 14910"/>
              <a:gd name="p0y14" fmla="*/ 26 h 420"/>
              <a:gd name="p0x15" fmla="*/ 26 w 14910"/>
              <a:gd name="p0y15" fmla="*/ 0 h 420"/>
              <a:gd name="p0x16" fmla="*/ 60 w 1491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3F4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9"/>
            </p:custDataLst>
          </p:nvPr>
        </p:nvSpPr>
        <p:spPr>
          <a:xfrm>
            <a:off x="2028825" y="4367530"/>
            <a:ext cx="1892935" cy="266700"/>
          </a:xfrm>
          <a:custGeom>
            <a:avLst/>
            <a:gdLst>
              <a:gd name="sw" fmla="*/ 1 w 2981"/>
              <a:gd name="sh" fmla="*/ 1 h 419"/>
              <a:gd name="mins" fmla="min sw sh"/>
              <a:gd name="dsw" fmla="+- 0 sw mins"/>
              <a:gd name="dsh" fmla="+- 0 sh mins"/>
              <a:gd name="p0x0" fmla="*/ 2921 w 2981"/>
              <a:gd name="p0y0" fmla="*/ 0 h 419"/>
              <a:gd name="p0x1" fmla="*/ 2923 w 2981"/>
              <a:gd name="p0y1" fmla="*/ 0 h 419"/>
              <a:gd name="p0x2" fmla="*/ 2925 w 2981"/>
              <a:gd name="p0y2" fmla="*/ 0 h 419"/>
              <a:gd name="p0x3" fmla="*/ 2926 w 2981"/>
              <a:gd name="p0y3" fmla="*/ 0 h 419"/>
              <a:gd name="p0x4" fmla="*/ 2928 w 2981"/>
              <a:gd name="p0y4" fmla="*/ 0 h 419"/>
              <a:gd name="p0x5" fmla="*/ 2929 w 2981"/>
              <a:gd name="p0y5" fmla="*/ 0 h 419"/>
              <a:gd name="p0x6" fmla="*/ 2931 w 2981"/>
              <a:gd name="p0y6" fmla="*/ 0 h 419"/>
              <a:gd name="p0x7" fmla="*/ 2933 w 2981"/>
              <a:gd name="p0y7" fmla="*/ 1 h 419"/>
              <a:gd name="p0x8" fmla="*/ 2934 w 2981"/>
              <a:gd name="p0y8" fmla="*/ 1 h 419"/>
              <a:gd name="p0x9" fmla="*/ 2936 w 2981"/>
              <a:gd name="p0y9" fmla="*/ 1 h 419"/>
              <a:gd name="p0x10" fmla="*/ 2937 w 2981"/>
              <a:gd name="p0y10" fmla="*/ 2 h 419"/>
              <a:gd name="p0x11" fmla="*/ 2939 w 2981"/>
              <a:gd name="p0y11" fmla="*/ 2 h 419"/>
              <a:gd name="p0x12" fmla="*/ 2940 w 2981"/>
              <a:gd name="p0y12" fmla="*/ 2 h 419"/>
              <a:gd name="p0x13" fmla="*/ 2942 w 2981"/>
              <a:gd name="p0y13" fmla="*/ 3 h 419"/>
              <a:gd name="p0x14" fmla="*/ 2943 w 2981"/>
              <a:gd name="p0y14" fmla="*/ 3 h 419"/>
              <a:gd name="p0x15" fmla="*/ 2944 w 2981"/>
              <a:gd name="p0y15" fmla="*/ 4 h 419"/>
              <a:gd name="p0x16" fmla="*/ 2946 w 2981"/>
              <a:gd name="p0y16" fmla="*/ 5 h 419"/>
              <a:gd name="p0x17" fmla="*/ 2947 w 2981"/>
              <a:gd name="p0y17" fmla="*/ 5 h 419"/>
              <a:gd name="p0x18" fmla="*/ 2949 w 2981"/>
              <a:gd name="p0y18" fmla="*/ 6 h 419"/>
              <a:gd name="p0x19" fmla="*/ 2950 w 2981"/>
              <a:gd name="p0y19" fmla="*/ 7 h 419"/>
              <a:gd name="p0x20" fmla="*/ 2951 w 2981"/>
              <a:gd name="p0y20" fmla="*/ 7 h 419"/>
              <a:gd name="p0x21" fmla="*/ 2953 w 2981"/>
              <a:gd name="p0y21" fmla="*/ 8 h 419"/>
              <a:gd name="p0x22" fmla="*/ 2954 w 2981"/>
              <a:gd name="p0y22" fmla="*/ 9 h 419"/>
              <a:gd name="p0x23" fmla="*/ 2955 w 2981"/>
              <a:gd name="p0y23" fmla="*/ 10 h 419"/>
              <a:gd name="p0x24" fmla="*/ 2956 w 2981"/>
              <a:gd name="p0y24" fmla="*/ 11 h 419"/>
              <a:gd name="p0x25" fmla="*/ 2958 w 2981"/>
              <a:gd name="p0y25" fmla="*/ 12 h 419"/>
              <a:gd name="p0x26" fmla="*/ 2959 w 2981"/>
              <a:gd name="p0y26" fmla="*/ 13 h 419"/>
              <a:gd name="p0x27" fmla="*/ 2960 w 2981"/>
              <a:gd name="p0y27" fmla="*/ 14 h 419"/>
              <a:gd name="p0x28" fmla="*/ 2961 w 2981"/>
              <a:gd name="p0y28" fmla="*/ 14 h 419"/>
              <a:gd name="p0x29" fmla="*/ 2962 w 2981"/>
              <a:gd name="p0y29" fmla="*/ 16 h 419"/>
              <a:gd name="p0x30" fmla="*/ 2963 w 2981"/>
              <a:gd name="p0y30" fmla="*/ 17 h 419"/>
              <a:gd name="p0x31" fmla="*/ 2964 w 2981"/>
              <a:gd name="p0y31" fmla="*/ 18 h 419"/>
              <a:gd name="p0x32" fmla="*/ 2965 w 2981"/>
              <a:gd name="p0y32" fmla="*/ 19 h 419"/>
              <a:gd name="p0x33" fmla="*/ 2966 w 2981"/>
              <a:gd name="p0y33" fmla="*/ 20 h 419"/>
              <a:gd name="p0x34" fmla="*/ 2967 w 2981"/>
              <a:gd name="p0y34" fmla="*/ 21 h 419"/>
              <a:gd name="p0x35" fmla="*/ 2968 w 2981"/>
              <a:gd name="p0y35" fmla="*/ 22 h 419"/>
              <a:gd name="p0x36" fmla="*/ 2969 w 2981"/>
              <a:gd name="p0y36" fmla="*/ 23 h 419"/>
              <a:gd name="p0x37" fmla="*/ 2970 w 2981"/>
              <a:gd name="p0y37" fmla="*/ 25 h 419"/>
              <a:gd name="p0x38" fmla="*/ 2971 w 2981"/>
              <a:gd name="p0y38" fmla="*/ 26 h 419"/>
              <a:gd name="p0x39" fmla="*/ 2972 w 2981"/>
              <a:gd name="p0y39" fmla="*/ 27 h 419"/>
              <a:gd name="p0x40" fmla="*/ 2973 w 2981"/>
              <a:gd name="p0y40" fmla="*/ 28 h 419"/>
              <a:gd name="p0x41" fmla="*/ 2974 w 2981"/>
              <a:gd name="p0y41" fmla="*/ 30 h 419"/>
              <a:gd name="p0x42" fmla="*/ 2974 w 2981"/>
              <a:gd name="p0y42" fmla="*/ 31 h 419"/>
              <a:gd name="p0x43" fmla="*/ 2975 w 2981"/>
              <a:gd name="p0y43" fmla="*/ 32 h 419"/>
              <a:gd name="p0x44" fmla="*/ 2976 w 2981"/>
              <a:gd name="p0y44" fmla="*/ 34 h 419"/>
              <a:gd name="p0x45" fmla="*/ 2976 w 2981"/>
              <a:gd name="p0y45" fmla="*/ 35 h 419"/>
              <a:gd name="p0x46" fmla="*/ 2977 w 2981"/>
              <a:gd name="p0y46" fmla="*/ 36 h 419"/>
              <a:gd name="p0x47" fmla="*/ 2977 w 2981"/>
              <a:gd name="p0y47" fmla="*/ 38 h 419"/>
              <a:gd name="p0x48" fmla="*/ 2978 w 2981"/>
              <a:gd name="p0y48" fmla="*/ 39 h 419"/>
              <a:gd name="p0x49" fmla="*/ 2978 w 2981"/>
              <a:gd name="p0y49" fmla="*/ 41 h 419"/>
              <a:gd name="p0x50" fmla="*/ 2979 w 2981"/>
              <a:gd name="p0y50" fmla="*/ 42 h 419"/>
              <a:gd name="p0x51" fmla="*/ 2979 w 2981"/>
              <a:gd name="p0y51" fmla="*/ 44 h 419"/>
              <a:gd name="p0x52" fmla="*/ 2980 w 2981"/>
              <a:gd name="p0y52" fmla="*/ 45 h 419"/>
              <a:gd name="p0x53" fmla="*/ 2980 w 2981"/>
              <a:gd name="p0y53" fmla="*/ 47 h 419"/>
              <a:gd name="p0x54" fmla="*/ 2980 w 2981"/>
              <a:gd name="p0y54" fmla="*/ 48 h 419"/>
              <a:gd name="p0x55" fmla="*/ 2981 w 2981"/>
              <a:gd name="p0y55" fmla="*/ 50 h 419"/>
              <a:gd name="p0x56" fmla="*/ 2981 w 2981"/>
              <a:gd name="p0y56" fmla="*/ 51 h 419"/>
              <a:gd name="p0x57" fmla="*/ 2981 w 2981"/>
              <a:gd name="p0y57" fmla="*/ 53 h 419"/>
              <a:gd name="p0x58" fmla="*/ 2981 w 2981"/>
              <a:gd name="p0y58" fmla="*/ 55 h 419"/>
              <a:gd name="p0x59" fmla="*/ 2981 w 2981"/>
              <a:gd name="p0y59" fmla="*/ 56 h 419"/>
              <a:gd name="p0x60" fmla="*/ 2981 w 2981"/>
              <a:gd name="p0y60" fmla="*/ 58 h 419"/>
              <a:gd name="p0x61" fmla="*/ 2981 w 2981"/>
              <a:gd name="p0y61" fmla="*/ 59 h 419"/>
              <a:gd name="p0x62" fmla="*/ 2981 w 2981"/>
              <a:gd name="p0y62" fmla="*/ 359 h 419"/>
              <a:gd name="p0x63" fmla="*/ 2981 w 2981"/>
              <a:gd name="p0y63" fmla="*/ 361 h 419"/>
              <a:gd name="p0x64" fmla="*/ 2981 w 2981"/>
              <a:gd name="p0y64" fmla="*/ 363 h 419"/>
              <a:gd name="p0x65" fmla="*/ 2981 w 2981"/>
              <a:gd name="p0y65" fmla="*/ 364 h 419"/>
              <a:gd name="p0x66" fmla="*/ 2981 w 2981"/>
              <a:gd name="p0y66" fmla="*/ 366 h 419"/>
              <a:gd name="p0x67" fmla="*/ 2981 w 2981"/>
              <a:gd name="p0y67" fmla="*/ 368 h 419"/>
              <a:gd name="p0x68" fmla="*/ 2981 w 2981"/>
              <a:gd name="p0y68" fmla="*/ 369 h 419"/>
              <a:gd name="p0x69" fmla="*/ 2980 w 2981"/>
              <a:gd name="p0y69" fmla="*/ 371 h 419"/>
              <a:gd name="p0x70" fmla="*/ 2980 w 2981"/>
              <a:gd name="p0y70" fmla="*/ 372 h 419"/>
              <a:gd name="p0x71" fmla="*/ 2980 w 2981"/>
              <a:gd name="p0y71" fmla="*/ 374 h 419"/>
              <a:gd name="p0x72" fmla="*/ 2979 w 2981"/>
              <a:gd name="p0y72" fmla="*/ 375 h 419"/>
              <a:gd name="p0x73" fmla="*/ 2979 w 2981"/>
              <a:gd name="p0y73" fmla="*/ 377 h 419"/>
              <a:gd name="p0x74" fmla="*/ 2978 w 2981"/>
              <a:gd name="p0y74" fmla="*/ 378 h 419"/>
              <a:gd name="p0x75" fmla="*/ 2978 w 2981"/>
              <a:gd name="p0y75" fmla="*/ 380 h 419"/>
              <a:gd name="p0x76" fmla="*/ 2977 w 2981"/>
              <a:gd name="p0y76" fmla="*/ 381 h 419"/>
              <a:gd name="p0x77" fmla="*/ 2977 w 2981"/>
              <a:gd name="p0y77" fmla="*/ 383 h 419"/>
              <a:gd name="p0x78" fmla="*/ 2976 w 2981"/>
              <a:gd name="p0y78" fmla="*/ 384 h 419"/>
              <a:gd name="p0x79" fmla="*/ 2976 w 2981"/>
              <a:gd name="p0y79" fmla="*/ 385 h 419"/>
              <a:gd name="p0x80" fmla="*/ 2975 w 2981"/>
              <a:gd name="p0y80" fmla="*/ 387 h 419"/>
              <a:gd name="p0x81" fmla="*/ 2974 w 2981"/>
              <a:gd name="p0y81" fmla="*/ 388 h 419"/>
              <a:gd name="p0x82" fmla="*/ 2974 w 2981"/>
              <a:gd name="p0y82" fmla="*/ 389 h 419"/>
              <a:gd name="p0x83" fmla="*/ 2973 w 2981"/>
              <a:gd name="p0y83" fmla="*/ 391 h 419"/>
              <a:gd name="p0x84" fmla="*/ 2972 w 2981"/>
              <a:gd name="p0y84" fmla="*/ 392 h 419"/>
              <a:gd name="p0x85" fmla="*/ 2971 w 2981"/>
              <a:gd name="p0y85" fmla="*/ 393 h 419"/>
              <a:gd name="p0x86" fmla="*/ 2970 w 2981"/>
              <a:gd name="p0y86" fmla="*/ 394 h 419"/>
              <a:gd name="p0x87" fmla="*/ 2969 w 2981"/>
              <a:gd name="p0y87" fmla="*/ 396 h 419"/>
              <a:gd name="p0x88" fmla="*/ 2968 w 2981"/>
              <a:gd name="p0y88" fmla="*/ 397 h 419"/>
              <a:gd name="p0x89" fmla="*/ 2967 w 2981"/>
              <a:gd name="p0y89" fmla="*/ 398 h 419"/>
              <a:gd name="p0x90" fmla="*/ 2966 w 2981"/>
              <a:gd name="p0y90" fmla="*/ 399 h 419"/>
              <a:gd name="p0x91" fmla="*/ 2965 w 2981"/>
              <a:gd name="p0y91" fmla="*/ 400 h 419"/>
              <a:gd name="p0x92" fmla="*/ 2964 w 2981"/>
              <a:gd name="p0y92" fmla="*/ 401 h 419"/>
              <a:gd name="p0x93" fmla="*/ 2963 w 2981"/>
              <a:gd name="p0y93" fmla="*/ 402 h 419"/>
              <a:gd name="p0x94" fmla="*/ 2962 w 2981"/>
              <a:gd name="p0y94" fmla="*/ 403 h 419"/>
              <a:gd name="p0x95" fmla="*/ 2961 w 2981"/>
              <a:gd name="p0y95" fmla="*/ 405 h 419"/>
              <a:gd name="p0x96" fmla="*/ 2960 w 2981"/>
              <a:gd name="p0y96" fmla="*/ 405 h 419"/>
              <a:gd name="p0x97" fmla="*/ 2959 w 2981"/>
              <a:gd name="p0y97" fmla="*/ 406 h 419"/>
              <a:gd name="p0x98" fmla="*/ 2958 w 2981"/>
              <a:gd name="p0y98" fmla="*/ 407 h 419"/>
              <a:gd name="p0x99" fmla="*/ 2956 w 2981"/>
              <a:gd name="p0y99" fmla="*/ 408 h 419"/>
              <a:gd name="p0x100" fmla="*/ 2955 w 2981"/>
              <a:gd name="p0y100" fmla="*/ 409 h 419"/>
              <a:gd name="p0x101" fmla="*/ 2954 w 2981"/>
              <a:gd name="p0y101" fmla="*/ 410 h 419"/>
              <a:gd name="p0x102" fmla="*/ 2953 w 2981"/>
              <a:gd name="p0y102" fmla="*/ 411 h 419"/>
              <a:gd name="p0x103" fmla="*/ 2951 w 2981"/>
              <a:gd name="p0y103" fmla="*/ 412 h 419"/>
              <a:gd name="p0x104" fmla="*/ 2950 w 2981"/>
              <a:gd name="p0y104" fmla="*/ 412 h 419"/>
              <a:gd name="p0x105" fmla="*/ 2949 w 2981"/>
              <a:gd name="p0y105" fmla="*/ 413 h 419"/>
              <a:gd name="p0x106" fmla="*/ 2947 w 2981"/>
              <a:gd name="p0y106" fmla="*/ 414 h 419"/>
              <a:gd name="p0x107" fmla="*/ 2946 w 2981"/>
              <a:gd name="p0y107" fmla="*/ 414 h 419"/>
              <a:gd name="p0x108" fmla="*/ 2944 w 2981"/>
              <a:gd name="p0y108" fmla="*/ 415 h 419"/>
              <a:gd name="p0x109" fmla="*/ 2943 w 2981"/>
              <a:gd name="p0y109" fmla="*/ 416 h 419"/>
              <a:gd name="p0x110" fmla="*/ 2942 w 2981"/>
              <a:gd name="p0y110" fmla="*/ 416 h 419"/>
              <a:gd name="p0x111" fmla="*/ 2940 w 2981"/>
              <a:gd name="p0y111" fmla="*/ 417 h 419"/>
              <a:gd name="p0x112" fmla="*/ 2939 w 2981"/>
              <a:gd name="p0y112" fmla="*/ 417 h 419"/>
              <a:gd name="p0x113" fmla="*/ 2937 w 2981"/>
              <a:gd name="p0y113" fmla="*/ 417 h 419"/>
              <a:gd name="p0x114" fmla="*/ 2936 w 2981"/>
              <a:gd name="p0y114" fmla="*/ 418 h 419"/>
              <a:gd name="p0x115" fmla="*/ 2934 w 2981"/>
              <a:gd name="p0y115" fmla="*/ 418 h 419"/>
              <a:gd name="p0x116" fmla="*/ 2933 w 2981"/>
              <a:gd name="p0y116" fmla="*/ 418 h 419"/>
              <a:gd name="p0x117" fmla="*/ 2931 w 2981"/>
              <a:gd name="p0y117" fmla="*/ 419 h 419"/>
              <a:gd name="p0x118" fmla="*/ 2929 w 2981"/>
              <a:gd name="p0y118" fmla="*/ 419 h 419"/>
              <a:gd name="p0x119" fmla="*/ 2928 w 2981"/>
              <a:gd name="p0y119" fmla="*/ 419 h 419"/>
              <a:gd name="p0x120" fmla="*/ 2926 w 2981"/>
              <a:gd name="p0y120" fmla="*/ 419 h 419"/>
              <a:gd name="p0x121" fmla="*/ 2925 w 2981"/>
              <a:gd name="p0y121" fmla="*/ 419 h 419"/>
              <a:gd name="p0x122" fmla="*/ 2923 w 2981"/>
              <a:gd name="p0y122" fmla="*/ 419 h 419"/>
              <a:gd name="p0x123" fmla="*/ 2921 w 2981"/>
              <a:gd name="p0y123" fmla="*/ 419 h 419"/>
              <a:gd name="p0x124" fmla="*/ 60 w 2981"/>
              <a:gd name="p0y124" fmla="*/ 419 h 419"/>
              <a:gd name="p0x125" fmla="*/ 58 w 2981"/>
              <a:gd name="p0y125" fmla="*/ 419 h 419"/>
              <a:gd name="p0x126" fmla="*/ 56 w 2981"/>
              <a:gd name="p0y126" fmla="*/ 419 h 419"/>
              <a:gd name="p0x127" fmla="*/ 55 w 2981"/>
              <a:gd name="p0y127" fmla="*/ 419 h 419"/>
              <a:gd name="p0x128" fmla="*/ 53 w 2981"/>
              <a:gd name="p0y128" fmla="*/ 419 h 419"/>
              <a:gd name="p0x129" fmla="*/ 51 w 2981"/>
              <a:gd name="p0y129" fmla="*/ 419 h 419"/>
              <a:gd name="p0x130" fmla="*/ 50 w 2981"/>
              <a:gd name="p0y130" fmla="*/ 419 h 419"/>
              <a:gd name="p0x131" fmla="*/ 48 w 2981"/>
              <a:gd name="p0y131" fmla="*/ 418 h 419"/>
              <a:gd name="p0x132" fmla="*/ 47 w 2981"/>
              <a:gd name="p0y132" fmla="*/ 418 h 419"/>
              <a:gd name="p0x133" fmla="*/ 45 w 2981"/>
              <a:gd name="p0y133" fmla="*/ 418 h 419"/>
              <a:gd name="p0x134" fmla="*/ 44 w 2981"/>
              <a:gd name="p0y134" fmla="*/ 417 h 419"/>
              <a:gd name="p0x135" fmla="*/ 42 w 2981"/>
              <a:gd name="p0y135" fmla="*/ 417 h 419"/>
              <a:gd name="p0x136" fmla="*/ 41 w 2981"/>
              <a:gd name="p0y136" fmla="*/ 417 h 419"/>
              <a:gd name="p0x137" fmla="*/ 39 w 2981"/>
              <a:gd name="p0y137" fmla="*/ 416 h 419"/>
              <a:gd name="p0x138" fmla="*/ 38 w 2981"/>
              <a:gd name="p0y138" fmla="*/ 416 h 419"/>
              <a:gd name="p0x139" fmla="*/ 36 w 2981"/>
              <a:gd name="p0y139" fmla="*/ 415 h 419"/>
              <a:gd name="p0x140" fmla="*/ 35 w 2981"/>
              <a:gd name="p0y140" fmla="*/ 414 h 419"/>
              <a:gd name="p0x141" fmla="*/ 34 w 2981"/>
              <a:gd name="p0y141" fmla="*/ 414 h 419"/>
              <a:gd name="p0x142" fmla="*/ 32 w 2981"/>
              <a:gd name="p0y142" fmla="*/ 413 h 419"/>
              <a:gd name="p0x143" fmla="*/ 31 w 2981"/>
              <a:gd name="p0y143" fmla="*/ 412 h 419"/>
              <a:gd name="p0x144" fmla="*/ 30 w 2981"/>
              <a:gd name="p0y144" fmla="*/ 412 h 419"/>
              <a:gd name="p0x145" fmla="*/ 28 w 2981"/>
              <a:gd name="p0y145" fmla="*/ 411 h 419"/>
              <a:gd name="p0x146" fmla="*/ 27 w 2981"/>
              <a:gd name="p0y146" fmla="*/ 410 h 419"/>
              <a:gd name="p0x147" fmla="*/ 26 w 2981"/>
              <a:gd name="p0y147" fmla="*/ 409 h 419"/>
              <a:gd name="p0x148" fmla="*/ 25 w 2981"/>
              <a:gd name="p0y148" fmla="*/ 408 h 419"/>
              <a:gd name="p0x149" fmla="*/ 23 w 2981"/>
              <a:gd name="p0y149" fmla="*/ 407 h 419"/>
              <a:gd name="p0x150" fmla="*/ 22 w 2981"/>
              <a:gd name="p0y150" fmla="*/ 406 h 419"/>
              <a:gd name="p0x151" fmla="*/ 21 w 2981"/>
              <a:gd name="p0y151" fmla="*/ 405 h 419"/>
              <a:gd name="p0x152" fmla="*/ 20 w 2981"/>
              <a:gd name="p0y152" fmla="*/ 405 h 419"/>
              <a:gd name="p0x153" fmla="*/ 19 w 2981"/>
              <a:gd name="p0y153" fmla="*/ 403 h 419"/>
              <a:gd name="p0x154" fmla="*/ 18 w 2981"/>
              <a:gd name="p0y154" fmla="*/ 402 h 419"/>
              <a:gd name="p0x155" fmla="*/ 17 w 2981"/>
              <a:gd name="p0y155" fmla="*/ 401 h 419"/>
              <a:gd name="p0x156" fmla="*/ 16 w 2981"/>
              <a:gd name="p0y156" fmla="*/ 400 h 419"/>
              <a:gd name="p0x157" fmla="*/ 14 w 2981"/>
              <a:gd name="p0y157" fmla="*/ 399 h 419"/>
              <a:gd name="p0x158" fmla="*/ 14 w 2981"/>
              <a:gd name="p0y158" fmla="*/ 398 h 419"/>
              <a:gd name="p0x159" fmla="*/ 13 w 2981"/>
              <a:gd name="p0y159" fmla="*/ 397 h 419"/>
              <a:gd name="p0x160" fmla="*/ 12 w 2981"/>
              <a:gd name="p0y160" fmla="*/ 396 h 419"/>
              <a:gd name="p0x161" fmla="*/ 11 w 2981"/>
              <a:gd name="p0y161" fmla="*/ 394 h 419"/>
              <a:gd name="p0x162" fmla="*/ 10 w 2981"/>
              <a:gd name="p0y162" fmla="*/ 393 h 419"/>
              <a:gd name="p0x163" fmla="*/ 9 w 2981"/>
              <a:gd name="p0y163" fmla="*/ 392 h 419"/>
              <a:gd name="p0x164" fmla="*/ 8 w 2981"/>
              <a:gd name="p0y164" fmla="*/ 391 h 419"/>
              <a:gd name="p0x165" fmla="*/ 7 w 2981"/>
              <a:gd name="p0y165" fmla="*/ 389 h 419"/>
              <a:gd name="p0x166" fmla="*/ 7 w 2981"/>
              <a:gd name="p0y166" fmla="*/ 388 h 419"/>
              <a:gd name="p0x167" fmla="*/ 6 w 2981"/>
              <a:gd name="p0y167" fmla="*/ 387 h 419"/>
              <a:gd name="p0x168" fmla="*/ 5 w 2981"/>
              <a:gd name="p0y168" fmla="*/ 385 h 419"/>
              <a:gd name="p0x169" fmla="*/ 5 w 2981"/>
              <a:gd name="p0y169" fmla="*/ 384 h 419"/>
              <a:gd name="p0x170" fmla="*/ 4 w 2981"/>
              <a:gd name="p0y170" fmla="*/ 383 h 419"/>
              <a:gd name="p0x171" fmla="*/ 3 w 2981"/>
              <a:gd name="p0y171" fmla="*/ 381 h 419"/>
              <a:gd name="p0x172" fmla="*/ 3 w 2981"/>
              <a:gd name="p0y172" fmla="*/ 380 h 419"/>
              <a:gd name="p0x173" fmla="*/ 2 w 2981"/>
              <a:gd name="p0y173" fmla="*/ 378 h 419"/>
              <a:gd name="p0x174" fmla="*/ 2 w 2981"/>
              <a:gd name="p0y174" fmla="*/ 377 h 419"/>
              <a:gd name="p0x175" fmla="*/ 2 w 2981"/>
              <a:gd name="p0y175" fmla="*/ 375 h 419"/>
              <a:gd name="p0x176" fmla="*/ 1 w 2981"/>
              <a:gd name="p0y176" fmla="*/ 374 h 419"/>
              <a:gd name="p0x177" fmla="*/ 1 w 2981"/>
              <a:gd name="p0y177" fmla="*/ 372 h 419"/>
              <a:gd name="p0x178" fmla="*/ 1 w 2981"/>
              <a:gd name="p0y178" fmla="*/ 371 h 419"/>
              <a:gd name="p0x179" fmla="*/ 0 w 2981"/>
              <a:gd name="p0y179" fmla="*/ 369 h 419"/>
              <a:gd name="p0x180" fmla="*/ 0 w 2981"/>
              <a:gd name="p0y180" fmla="*/ 368 h 419"/>
              <a:gd name="p0x181" fmla="*/ 0 w 2981"/>
              <a:gd name="p0y181" fmla="*/ 366 h 419"/>
              <a:gd name="p0x182" fmla="*/ 0 w 2981"/>
              <a:gd name="p0y182" fmla="*/ 364 h 419"/>
              <a:gd name="p0x183" fmla="*/ 0 w 2981"/>
              <a:gd name="p0y183" fmla="*/ 363 h 419"/>
              <a:gd name="p0x184" fmla="*/ 0 w 2981"/>
              <a:gd name="p0y184" fmla="*/ 361 h 419"/>
              <a:gd name="p0x185" fmla="*/ 0 w 2981"/>
              <a:gd name="p0y185" fmla="*/ 359 h 419"/>
              <a:gd name="p0x186" fmla="*/ 0 w 2981"/>
              <a:gd name="p0y186" fmla="*/ 60 h 419"/>
              <a:gd name="p0x187" fmla="*/ 0 w 2981"/>
              <a:gd name="p0y187" fmla="*/ 58 h 419"/>
              <a:gd name="p0x188" fmla="*/ 0 w 2981"/>
              <a:gd name="p0y188" fmla="*/ 56 h 419"/>
              <a:gd name="p0x189" fmla="*/ 0 w 2981"/>
              <a:gd name="p0y189" fmla="*/ 55 h 419"/>
              <a:gd name="p0x190" fmla="*/ 0 w 2981"/>
              <a:gd name="p0y190" fmla="*/ 53 h 419"/>
              <a:gd name="p0x191" fmla="*/ 0 w 2981"/>
              <a:gd name="p0y191" fmla="*/ 51 h 419"/>
              <a:gd name="p0x192" fmla="*/ 0 w 2981"/>
              <a:gd name="p0y192" fmla="*/ 50 h 419"/>
              <a:gd name="p0x193" fmla="*/ 1 w 2981"/>
              <a:gd name="p0y193" fmla="*/ 48 h 419"/>
              <a:gd name="p0x194" fmla="*/ 1 w 2981"/>
              <a:gd name="p0y194" fmla="*/ 47 h 419"/>
              <a:gd name="p0x195" fmla="*/ 1 w 2981"/>
              <a:gd name="p0y195" fmla="*/ 45 h 419"/>
              <a:gd name="p0x196" fmla="*/ 2 w 2981"/>
              <a:gd name="p0y196" fmla="*/ 44 h 419"/>
              <a:gd name="p0x197" fmla="*/ 2 w 2981"/>
              <a:gd name="p0y197" fmla="*/ 42 h 419"/>
              <a:gd name="p0x198" fmla="*/ 2 w 2981"/>
              <a:gd name="p0y198" fmla="*/ 41 h 419"/>
              <a:gd name="p0x199" fmla="*/ 3 w 2981"/>
              <a:gd name="p0y199" fmla="*/ 39 h 419"/>
              <a:gd name="p0x200" fmla="*/ 3 w 2981"/>
              <a:gd name="p0y200" fmla="*/ 38 h 419"/>
              <a:gd name="p0x201" fmla="*/ 4 w 2981"/>
              <a:gd name="p0y201" fmla="*/ 36 h 419"/>
              <a:gd name="p0x202" fmla="*/ 5 w 2981"/>
              <a:gd name="p0y202" fmla="*/ 35 h 419"/>
              <a:gd name="p0x203" fmla="*/ 5 w 2981"/>
              <a:gd name="p0y203" fmla="*/ 34 h 419"/>
              <a:gd name="p0x204" fmla="*/ 6 w 2981"/>
              <a:gd name="p0y204" fmla="*/ 32 h 419"/>
              <a:gd name="p0x205" fmla="*/ 7 w 2981"/>
              <a:gd name="p0y205" fmla="*/ 31 h 419"/>
              <a:gd name="p0x206" fmla="*/ 7 w 2981"/>
              <a:gd name="p0y206" fmla="*/ 30 h 419"/>
              <a:gd name="p0x207" fmla="*/ 8 w 2981"/>
              <a:gd name="p0y207" fmla="*/ 28 h 419"/>
              <a:gd name="p0x208" fmla="*/ 9 w 2981"/>
              <a:gd name="p0y208" fmla="*/ 27 h 419"/>
              <a:gd name="p0x209" fmla="*/ 10 w 2981"/>
              <a:gd name="p0y209" fmla="*/ 26 h 419"/>
              <a:gd name="p0x210" fmla="*/ 11 w 2981"/>
              <a:gd name="p0y210" fmla="*/ 25 h 419"/>
              <a:gd name="p0x211" fmla="*/ 12 w 2981"/>
              <a:gd name="p0y211" fmla="*/ 23 h 419"/>
              <a:gd name="p0x212" fmla="*/ 13 w 2981"/>
              <a:gd name="p0y212" fmla="*/ 22 h 419"/>
              <a:gd name="p0x213" fmla="*/ 14 w 2981"/>
              <a:gd name="p0y213" fmla="*/ 21 h 419"/>
              <a:gd name="p0x214" fmla="*/ 14 w 2981"/>
              <a:gd name="p0y214" fmla="*/ 20 h 419"/>
              <a:gd name="p0x215" fmla="*/ 16 w 2981"/>
              <a:gd name="p0y215" fmla="*/ 19 h 419"/>
              <a:gd name="p0x216" fmla="*/ 17 w 2981"/>
              <a:gd name="p0y216" fmla="*/ 18 h 419"/>
              <a:gd name="p0x217" fmla="*/ 18 w 2981"/>
              <a:gd name="p0y217" fmla="*/ 17 h 419"/>
              <a:gd name="p0x218" fmla="*/ 19 w 2981"/>
              <a:gd name="p0y218" fmla="*/ 16 h 419"/>
              <a:gd name="p0x219" fmla="*/ 20 w 2981"/>
              <a:gd name="p0y219" fmla="*/ 14 h 419"/>
              <a:gd name="p0x220" fmla="*/ 21 w 2981"/>
              <a:gd name="p0y220" fmla="*/ 14 h 419"/>
              <a:gd name="p0x221" fmla="*/ 22 w 2981"/>
              <a:gd name="p0y221" fmla="*/ 13 h 419"/>
              <a:gd name="p0x222" fmla="*/ 23 w 2981"/>
              <a:gd name="p0y222" fmla="*/ 12 h 419"/>
              <a:gd name="p0x223" fmla="*/ 25 w 2981"/>
              <a:gd name="p0y223" fmla="*/ 11 h 419"/>
              <a:gd name="p0x224" fmla="*/ 26 w 2981"/>
              <a:gd name="p0y224" fmla="*/ 10 h 419"/>
              <a:gd name="p0x225" fmla="*/ 27 w 2981"/>
              <a:gd name="p0y225" fmla="*/ 9 h 419"/>
              <a:gd name="p0x226" fmla="*/ 28 w 2981"/>
              <a:gd name="p0y226" fmla="*/ 8 h 419"/>
              <a:gd name="p0x227" fmla="*/ 30 w 2981"/>
              <a:gd name="p0y227" fmla="*/ 7 h 419"/>
              <a:gd name="p0x228" fmla="*/ 31 w 2981"/>
              <a:gd name="p0y228" fmla="*/ 7 h 419"/>
              <a:gd name="p0x229" fmla="*/ 32 w 2981"/>
              <a:gd name="p0y229" fmla="*/ 6 h 419"/>
              <a:gd name="p0x230" fmla="*/ 34 w 2981"/>
              <a:gd name="p0y230" fmla="*/ 5 h 419"/>
              <a:gd name="p0x231" fmla="*/ 35 w 2981"/>
              <a:gd name="p0y231" fmla="*/ 5 h 419"/>
              <a:gd name="p0x232" fmla="*/ 36 w 2981"/>
              <a:gd name="p0y232" fmla="*/ 4 h 419"/>
              <a:gd name="p0x233" fmla="*/ 38 w 2981"/>
              <a:gd name="p0y233" fmla="*/ 3 h 419"/>
              <a:gd name="p0x234" fmla="*/ 39 w 2981"/>
              <a:gd name="p0y234" fmla="*/ 3 h 419"/>
              <a:gd name="p0x235" fmla="*/ 41 w 2981"/>
              <a:gd name="p0y235" fmla="*/ 2 h 419"/>
              <a:gd name="p0x236" fmla="*/ 42 w 2981"/>
              <a:gd name="p0y236" fmla="*/ 2 h 419"/>
              <a:gd name="p0x237" fmla="*/ 44 w 2981"/>
              <a:gd name="p0y237" fmla="*/ 2 h 419"/>
              <a:gd name="p0x238" fmla="*/ 45 w 2981"/>
              <a:gd name="p0y238" fmla="*/ 1 h 419"/>
              <a:gd name="p0x239" fmla="*/ 47 w 2981"/>
              <a:gd name="p0y239" fmla="*/ 1 h 419"/>
              <a:gd name="p0x240" fmla="*/ 48 w 2981"/>
              <a:gd name="p0y240" fmla="*/ 1 h 419"/>
              <a:gd name="p0x241" fmla="*/ 50 w 2981"/>
              <a:gd name="p0y241" fmla="*/ 0 h 419"/>
              <a:gd name="p0x242" fmla="*/ 51 w 2981"/>
              <a:gd name="p0y242" fmla="*/ 0 h 419"/>
              <a:gd name="p0x243" fmla="*/ 53 w 2981"/>
              <a:gd name="p0y243" fmla="*/ 0 h 419"/>
              <a:gd name="p0x244" fmla="*/ 55 w 2981"/>
              <a:gd name="p0y244" fmla="*/ 0 h 419"/>
              <a:gd name="p0x245" fmla="*/ 56 w 2981"/>
              <a:gd name="p0y245" fmla="*/ 0 h 419"/>
              <a:gd name="p0x246" fmla="*/ 58 w 2981"/>
              <a:gd name="p0y246" fmla="*/ 0 h 419"/>
              <a:gd name="p0x247" fmla="*/ 60 w 2981"/>
              <a:gd name="p0y247" fmla="*/ 0 h 419"/>
              <a:gd name="p0x248" fmla="*/ 2921 w 2981"/>
              <a:gd name="p0y248" fmla="*/ 0 h 4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lnTo>
                  <a:pt x="p0x8" y="p0y8"/>
                </a:lnTo>
                <a:lnTo>
                  <a:pt x="p0x9" y="p0y9"/>
                </a:lnTo>
                <a:lnTo>
                  <a:pt x="p0x10" y="p0y10"/>
                </a:lnTo>
                <a:lnTo>
                  <a:pt x="p0x11" y="p0y11"/>
                </a:lnTo>
                <a:lnTo>
                  <a:pt x="p0x12" y="p0y12"/>
                </a:lnTo>
                <a:lnTo>
                  <a:pt x="p0x13" y="p0y13"/>
                </a:lnTo>
                <a:lnTo>
                  <a:pt x="p0x14" y="p0y14"/>
                </a:lnTo>
                <a:lnTo>
                  <a:pt x="p0x15" y="p0y15"/>
                </a:lnTo>
                <a:lnTo>
                  <a:pt x="p0x16" y="p0y16"/>
                </a:lnTo>
                <a:lnTo>
                  <a:pt x="p0x17" y="p0y17"/>
                </a:lnTo>
                <a:lnTo>
                  <a:pt x="p0x18" y="p0y18"/>
                </a:lnTo>
                <a:lnTo>
                  <a:pt x="p0x19" y="p0y19"/>
                </a:lnTo>
                <a:lnTo>
                  <a:pt x="p0x20" y="p0y20"/>
                </a:lnTo>
                <a:lnTo>
                  <a:pt x="p0x21" y="p0y21"/>
                </a:lnTo>
                <a:lnTo>
                  <a:pt x="p0x22" y="p0y22"/>
                </a:lnTo>
                <a:lnTo>
                  <a:pt x="p0x23" y="p0y23"/>
                </a:lnTo>
                <a:lnTo>
                  <a:pt x="p0x24" y="p0y24"/>
                </a:lnTo>
                <a:lnTo>
                  <a:pt x="p0x25" y="p0y25"/>
                </a:lnTo>
                <a:lnTo>
                  <a:pt x="p0x26" y="p0y26"/>
                </a:lnTo>
                <a:lnTo>
                  <a:pt x="p0x27" y="p0y27"/>
                </a:lnTo>
                <a:lnTo>
                  <a:pt x="p0x28" y="p0y28"/>
                </a:lnTo>
                <a:lnTo>
                  <a:pt x="p0x29" y="p0y29"/>
                </a:lnTo>
                <a:lnTo>
                  <a:pt x="p0x30" y="p0y30"/>
                </a:lnTo>
                <a:lnTo>
                  <a:pt x="p0x31" y="p0y31"/>
                </a:lnTo>
                <a:lnTo>
                  <a:pt x="p0x32" y="p0y32"/>
                </a:lnTo>
                <a:lnTo>
                  <a:pt x="p0x33" y="p0y33"/>
                </a:lnTo>
                <a:lnTo>
                  <a:pt x="p0x34" y="p0y34"/>
                </a:lnTo>
                <a:lnTo>
                  <a:pt x="p0x35" y="p0y35"/>
                </a:lnTo>
                <a:lnTo>
                  <a:pt x="p0x36" y="p0y36"/>
                </a:lnTo>
                <a:lnTo>
                  <a:pt x="p0x37" y="p0y37"/>
                </a:lnTo>
                <a:lnTo>
                  <a:pt x="p0x38" y="p0y38"/>
                </a:lnTo>
                <a:lnTo>
                  <a:pt x="p0x39" y="p0y39"/>
                </a:lnTo>
                <a:lnTo>
                  <a:pt x="p0x40" y="p0y40"/>
                </a:lnTo>
                <a:lnTo>
                  <a:pt x="p0x41" y="p0y41"/>
                </a:lnTo>
                <a:lnTo>
                  <a:pt x="p0x42" y="p0y42"/>
                </a:lnTo>
                <a:lnTo>
                  <a:pt x="p0x43" y="p0y43"/>
                </a:lnTo>
                <a:lnTo>
                  <a:pt x="p0x44" y="p0y44"/>
                </a:lnTo>
                <a:lnTo>
                  <a:pt x="p0x45" y="p0y45"/>
                </a:lnTo>
                <a:lnTo>
                  <a:pt x="p0x46" y="p0y46"/>
                </a:lnTo>
                <a:lnTo>
                  <a:pt x="p0x47" y="p0y47"/>
                </a:lnTo>
                <a:lnTo>
                  <a:pt x="p0x48" y="p0y48"/>
                </a:lnTo>
                <a:lnTo>
                  <a:pt x="p0x49" y="p0y49"/>
                </a:lnTo>
                <a:lnTo>
                  <a:pt x="p0x50" y="p0y50"/>
                </a:lnTo>
                <a:lnTo>
                  <a:pt x="p0x51" y="p0y51"/>
                </a:lnTo>
                <a:lnTo>
                  <a:pt x="p0x52" y="p0y52"/>
                </a:lnTo>
                <a:lnTo>
                  <a:pt x="p0x53" y="p0y53"/>
                </a:lnTo>
                <a:lnTo>
                  <a:pt x="p0x54" y="p0y54"/>
                </a:lnTo>
                <a:lnTo>
                  <a:pt x="p0x55" y="p0y55"/>
                </a:lnTo>
                <a:lnTo>
                  <a:pt x="p0x56" y="p0y56"/>
                </a:lnTo>
                <a:lnTo>
                  <a:pt x="p0x57" y="p0y57"/>
                </a:lnTo>
                <a:lnTo>
                  <a:pt x="p0x58" y="p0y58"/>
                </a:lnTo>
                <a:lnTo>
                  <a:pt x="p0x59" y="p0y59"/>
                </a:lnTo>
                <a:lnTo>
                  <a:pt x="p0x60" y="p0y60"/>
                </a:lnTo>
                <a:lnTo>
                  <a:pt x="p0x61" y="p0y61"/>
                </a:lnTo>
                <a:lnTo>
                  <a:pt x="p0x62" y="p0y62"/>
                </a:lnTo>
                <a:lnTo>
                  <a:pt x="p0x63" y="p0y63"/>
                </a:lnTo>
                <a:lnTo>
                  <a:pt x="p0x64" y="p0y64"/>
                </a:lnTo>
                <a:lnTo>
                  <a:pt x="p0x65" y="p0y65"/>
                </a:lnTo>
                <a:lnTo>
                  <a:pt x="p0x66" y="p0y66"/>
                </a:lnTo>
                <a:lnTo>
                  <a:pt x="p0x67" y="p0y67"/>
                </a:lnTo>
                <a:lnTo>
                  <a:pt x="p0x68" y="p0y68"/>
                </a:lnTo>
                <a:lnTo>
                  <a:pt x="p0x69" y="p0y69"/>
                </a:lnTo>
                <a:lnTo>
                  <a:pt x="p0x70" y="p0y70"/>
                </a:lnTo>
                <a:lnTo>
                  <a:pt x="p0x71" y="p0y71"/>
                </a:lnTo>
                <a:lnTo>
                  <a:pt x="p0x72" y="p0y72"/>
                </a:lnTo>
                <a:lnTo>
                  <a:pt x="p0x73" y="p0y73"/>
                </a:lnTo>
                <a:lnTo>
                  <a:pt x="p0x74" y="p0y74"/>
                </a:lnTo>
                <a:lnTo>
                  <a:pt x="p0x75" y="p0y75"/>
                </a:lnTo>
                <a:lnTo>
                  <a:pt x="p0x76" y="p0y76"/>
                </a:lnTo>
                <a:lnTo>
                  <a:pt x="p0x77" y="p0y77"/>
                </a:lnTo>
                <a:lnTo>
                  <a:pt x="p0x78" y="p0y78"/>
                </a:lnTo>
                <a:lnTo>
                  <a:pt x="p0x79" y="p0y79"/>
                </a:lnTo>
                <a:lnTo>
                  <a:pt x="p0x80" y="p0y80"/>
                </a:lnTo>
                <a:lnTo>
                  <a:pt x="p0x81" y="p0y81"/>
                </a:lnTo>
                <a:lnTo>
                  <a:pt x="p0x82" y="p0y82"/>
                </a:lnTo>
                <a:lnTo>
                  <a:pt x="p0x83" y="p0y83"/>
                </a:lnTo>
                <a:lnTo>
                  <a:pt x="p0x84" y="p0y84"/>
                </a:lnTo>
                <a:lnTo>
                  <a:pt x="p0x85" y="p0y85"/>
                </a:lnTo>
                <a:lnTo>
                  <a:pt x="p0x86" y="p0y86"/>
                </a:lnTo>
                <a:lnTo>
                  <a:pt x="p0x87" y="p0y87"/>
                </a:lnTo>
                <a:lnTo>
                  <a:pt x="p0x88" y="p0y88"/>
                </a:lnTo>
                <a:lnTo>
                  <a:pt x="p0x89" y="p0y89"/>
                </a:lnTo>
                <a:lnTo>
                  <a:pt x="p0x90" y="p0y90"/>
                </a:lnTo>
                <a:lnTo>
                  <a:pt x="p0x91" y="p0y91"/>
                </a:lnTo>
                <a:lnTo>
                  <a:pt x="p0x92" y="p0y92"/>
                </a:lnTo>
                <a:lnTo>
                  <a:pt x="p0x93" y="p0y93"/>
                </a:lnTo>
                <a:lnTo>
                  <a:pt x="p0x94" y="p0y94"/>
                </a:lnTo>
                <a:lnTo>
                  <a:pt x="p0x95" y="p0y95"/>
                </a:lnTo>
                <a:lnTo>
                  <a:pt x="p0x96" y="p0y96"/>
                </a:lnTo>
                <a:lnTo>
                  <a:pt x="p0x97" y="p0y97"/>
                </a:lnTo>
                <a:lnTo>
                  <a:pt x="p0x98" y="p0y98"/>
                </a:lnTo>
                <a:lnTo>
                  <a:pt x="p0x99" y="p0y99"/>
                </a:lnTo>
                <a:lnTo>
                  <a:pt x="p0x100" y="p0y100"/>
                </a:lnTo>
                <a:lnTo>
                  <a:pt x="p0x101" y="p0y101"/>
                </a:lnTo>
                <a:lnTo>
                  <a:pt x="p0x102" y="p0y102"/>
                </a:lnTo>
                <a:lnTo>
                  <a:pt x="p0x103" y="p0y103"/>
                </a:lnTo>
                <a:lnTo>
                  <a:pt x="p0x104" y="p0y104"/>
                </a:lnTo>
                <a:lnTo>
                  <a:pt x="p0x105" y="p0y105"/>
                </a:lnTo>
                <a:lnTo>
                  <a:pt x="p0x106" y="p0y106"/>
                </a:lnTo>
                <a:lnTo>
                  <a:pt x="p0x107" y="p0y107"/>
                </a:lnTo>
                <a:lnTo>
                  <a:pt x="p0x108" y="p0y108"/>
                </a:lnTo>
                <a:lnTo>
                  <a:pt x="p0x109" y="p0y109"/>
                </a:lnTo>
                <a:lnTo>
                  <a:pt x="p0x110" y="p0y110"/>
                </a:lnTo>
                <a:lnTo>
                  <a:pt x="p0x111" y="p0y111"/>
                </a:lnTo>
                <a:lnTo>
                  <a:pt x="p0x112" y="p0y112"/>
                </a:lnTo>
                <a:lnTo>
                  <a:pt x="p0x113" y="p0y113"/>
                </a:lnTo>
                <a:lnTo>
                  <a:pt x="p0x114" y="p0y114"/>
                </a:lnTo>
                <a:lnTo>
                  <a:pt x="p0x115" y="p0y115"/>
                </a:lnTo>
                <a:lnTo>
                  <a:pt x="p0x116" y="p0y116"/>
                </a:lnTo>
                <a:lnTo>
                  <a:pt x="p0x117" y="p0y117"/>
                </a:lnTo>
                <a:lnTo>
                  <a:pt x="p0x118" y="p0y118"/>
                </a:lnTo>
                <a:lnTo>
                  <a:pt x="p0x119" y="p0y119"/>
                </a:lnTo>
                <a:lnTo>
                  <a:pt x="p0x120" y="p0y120"/>
                </a:lnTo>
                <a:lnTo>
                  <a:pt x="p0x121" y="p0y121"/>
                </a:lnTo>
                <a:lnTo>
                  <a:pt x="p0x122" y="p0y122"/>
                </a:lnTo>
                <a:lnTo>
                  <a:pt x="p0x123" y="p0y123"/>
                </a:lnTo>
                <a:lnTo>
                  <a:pt x="p0x124" y="p0y124"/>
                </a:lnTo>
                <a:lnTo>
                  <a:pt x="p0x125" y="p0y125"/>
                </a:lnTo>
                <a:lnTo>
                  <a:pt x="p0x126" y="p0y126"/>
                </a:lnTo>
                <a:lnTo>
                  <a:pt x="p0x127" y="p0y127"/>
                </a:lnTo>
                <a:lnTo>
                  <a:pt x="p0x128" y="p0y128"/>
                </a:lnTo>
                <a:lnTo>
                  <a:pt x="p0x129" y="p0y129"/>
                </a:lnTo>
                <a:lnTo>
                  <a:pt x="p0x130" y="p0y130"/>
                </a:lnTo>
                <a:lnTo>
                  <a:pt x="p0x131" y="p0y131"/>
                </a:lnTo>
                <a:lnTo>
                  <a:pt x="p0x132" y="p0y132"/>
                </a:lnTo>
                <a:lnTo>
                  <a:pt x="p0x133" y="p0y133"/>
                </a:lnTo>
                <a:lnTo>
                  <a:pt x="p0x134" y="p0y134"/>
                </a:lnTo>
                <a:lnTo>
                  <a:pt x="p0x135" y="p0y135"/>
                </a:lnTo>
                <a:lnTo>
                  <a:pt x="p0x136" y="p0y136"/>
                </a:lnTo>
                <a:lnTo>
                  <a:pt x="p0x137" y="p0y137"/>
                </a:lnTo>
                <a:lnTo>
                  <a:pt x="p0x138" y="p0y138"/>
                </a:lnTo>
                <a:lnTo>
                  <a:pt x="p0x139" y="p0y139"/>
                </a:lnTo>
                <a:lnTo>
                  <a:pt x="p0x140" y="p0y140"/>
                </a:lnTo>
                <a:lnTo>
                  <a:pt x="p0x141" y="p0y141"/>
                </a:lnTo>
                <a:lnTo>
                  <a:pt x="p0x142" y="p0y142"/>
                </a:lnTo>
                <a:lnTo>
                  <a:pt x="p0x143" y="p0y143"/>
                </a:lnTo>
                <a:lnTo>
                  <a:pt x="p0x144" y="p0y144"/>
                </a:lnTo>
                <a:lnTo>
                  <a:pt x="p0x145" y="p0y145"/>
                </a:lnTo>
                <a:lnTo>
                  <a:pt x="p0x146" y="p0y146"/>
                </a:lnTo>
                <a:lnTo>
                  <a:pt x="p0x147" y="p0y147"/>
                </a:lnTo>
                <a:lnTo>
                  <a:pt x="p0x148" y="p0y148"/>
                </a:lnTo>
                <a:lnTo>
                  <a:pt x="p0x149" y="p0y149"/>
                </a:lnTo>
                <a:lnTo>
                  <a:pt x="p0x150" y="p0y150"/>
                </a:lnTo>
                <a:lnTo>
                  <a:pt x="p0x151" y="p0y151"/>
                </a:lnTo>
                <a:lnTo>
                  <a:pt x="p0x152" y="p0y152"/>
                </a:lnTo>
                <a:lnTo>
                  <a:pt x="p0x153" y="p0y153"/>
                </a:lnTo>
                <a:lnTo>
                  <a:pt x="p0x154" y="p0y154"/>
                </a:lnTo>
                <a:lnTo>
                  <a:pt x="p0x155" y="p0y155"/>
                </a:lnTo>
                <a:lnTo>
                  <a:pt x="p0x156" y="p0y156"/>
                </a:lnTo>
                <a:lnTo>
                  <a:pt x="p0x157" y="p0y157"/>
                </a:lnTo>
                <a:lnTo>
                  <a:pt x="p0x158" y="p0y158"/>
                </a:lnTo>
                <a:lnTo>
                  <a:pt x="p0x159" y="p0y159"/>
                </a:lnTo>
                <a:lnTo>
                  <a:pt x="p0x160" y="p0y160"/>
                </a:lnTo>
                <a:lnTo>
                  <a:pt x="p0x161" y="p0y161"/>
                </a:lnTo>
                <a:lnTo>
                  <a:pt x="p0x162" y="p0y162"/>
                </a:lnTo>
                <a:lnTo>
                  <a:pt x="p0x163" y="p0y163"/>
                </a:lnTo>
                <a:lnTo>
                  <a:pt x="p0x164" y="p0y164"/>
                </a:lnTo>
                <a:lnTo>
                  <a:pt x="p0x165" y="p0y165"/>
                </a:lnTo>
                <a:lnTo>
                  <a:pt x="p0x166" y="p0y166"/>
                </a:lnTo>
                <a:lnTo>
                  <a:pt x="p0x167" y="p0y167"/>
                </a:lnTo>
                <a:lnTo>
                  <a:pt x="p0x168" y="p0y168"/>
                </a:lnTo>
                <a:lnTo>
                  <a:pt x="p0x169" y="p0y169"/>
                </a:lnTo>
                <a:lnTo>
                  <a:pt x="p0x170" y="p0y170"/>
                </a:lnTo>
                <a:lnTo>
                  <a:pt x="p0x171" y="p0y171"/>
                </a:lnTo>
                <a:lnTo>
                  <a:pt x="p0x172" y="p0y172"/>
                </a:lnTo>
                <a:lnTo>
                  <a:pt x="p0x173" y="p0y173"/>
                </a:lnTo>
                <a:lnTo>
                  <a:pt x="p0x174" y="p0y174"/>
                </a:lnTo>
                <a:lnTo>
                  <a:pt x="p0x175" y="p0y175"/>
                </a:lnTo>
                <a:lnTo>
                  <a:pt x="p0x176" y="p0y176"/>
                </a:lnTo>
                <a:lnTo>
                  <a:pt x="p0x177" y="p0y177"/>
                </a:lnTo>
                <a:lnTo>
                  <a:pt x="p0x178" y="p0y178"/>
                </a:lnTo>
                <a:lnTo>
                  <a:pt x="p0x179" y="p0y179"/>
                </a:lnTo>
                <a:lnTo>
                  <a:pt x="p0x180" y="p0y180"/>
                </a:lnTo>
                <a:lnTo>
                  <a:pt x="p0x181" y="p0y181"/>
                </a:lnTo>
                <a:lnTo>
                  <a:pt x="p0x182" y="p0y182"/>
                </a:lnTo>
                <a:lnTo>
                  <a:pt x="p0x183" y="p0y183"/>
                </a:lnTo>
                <a:lnTo>
                  <a:pt x="p0x184" y="p0y184"/>
                </a:lnTo>
                <a:lnTo>
                  <a:pt x="p0x185" y="p0y185"/>
                </a:lnTo>
                <a:lnTo>
                  <a:pt x="p0x186" y="p0y186"/>
                </a:lnTo>
                <a:lnTo>
                  <a:pt x="p0x187" y="p0y187"/>
                </a:lnTo>
                <a:lnTo>
                  <a:pt x="p0x188" y="p0y188"/>
                </a:lnTo>
                <a:lnTo>
                  <a:pt x="p0x189" y="p0y189"/>
                </a:lnTo>
                <a:lnTo>
                  <a:pt x="p0x190" y="p0y190"/>
                </a:lnTo>
                <a:lnTo>
                  <a:pt x="p0x191" y="p0y191"/>
                </a:lnTo>
                <a:lnTo>
                  <a:pt x="p0x192" y="p0y192"/>
                </a:lnTo>
                <a:lnTo>
                  <a:pt x="p0x193" y="p0y193"/>
                </a:lnTo>
                <a:lnTo>
                  <a:pt x="p0x194" y="p0y194"/>
                </a:lnTo>
                <a:lnTo>
                  <a:pt x="p0x195" y="p0y195"/>
                </a:lnTo>
                <a:lnTo>
                  <a:pt x="p0x196" y="p0y196"/>
                </a:lnTo>
                <a:lnTo>
                  <a:pt x="p0x197" y="p0y197"/>
                </a:lnTo>
                <a:lnTo>
                  <a:pt x="p0x198" y="p0y198"/>
                </a:lnTo>
                <a:lnTo>
                  <a:pt x="p0x199" y="p0y199"/>
                </a:lnTo>
                <a:lnTo>
                  <a:pt x="p0x200" y="p0y200"/>
                </a:lnTo>
                <a:lnTo>
                  <a:pt x="p0x201" y="p0y201"/>
                </a:lnTo>
                <a:lnTo>
                  <a:pt x="p0x202" y="p0y202"/>
                </a:lnTo>
                <a:lnTo>
                  <a:pt x="p0x203" y="p0y203"/>
                </a:lnTo>
                <a:lnTo>
                  <a:pt x="p0x204" y="p0y204"/>
                </a:lnTo>
                <a:lnTo>
                  <a:pt x="p0x205" y="p0y205"/>
                </a:lnTo>
                <a:lnTo>
                  <a:pt x="p0x206" y="p0y206"/>
                </a:lnTo>
                <a:lnTo>
                  <a:pt x="p0x207" y="p0y207"/>
                </a:lnTo>
                <a:lnTo>
                  <a:pt x="p0x208" y="p0y208"/>
                </a:lnTo>
                <a:lnTo>
                  <a:pt x="p0x209" y="p0y209"/>
                </a:lnTo>
                <a:lnTo>
                  <a:pt x="p0x210" y="p0y210"/>
                </a:lnTo>
                <a:lnTo>
                  <a:pt x="p0x211" y="p0y211"/>
                </a:lnTo>
                <a:lnTo>
                  <a:pt x="p0x212" y="p0y212"/>
                </a:lnTo>
                <a:lnTo>
                  <a:pt x="p0x213" y="p0y213"/>
                </a:lnTo>
                <a:lnTo>
                  <a:pt x="p0x214" y="p0y214"/>
                </a:lnTo>
                <a:lnTo>
                  <a:pt x="p0x215" y="p0y215"/>
                </a:lnTo>
                <a:lnTo>
                  <a:pt x="p0x216" y="p0y216"/>
                </a:lnTo>
                <a:lnTo>
                  <a:pt x="p0x217" y="p0y217"/>
                </a:lnTo>
                <a:lnTo>
                  <a:pt x="p0x218" y="p0y218"/>
                </a:lnTo>
                <a:lnTo>
                  <a:pt x="p0x219" y="p0y219"/>
                </a:lnTo>
                <a:lnTo>
                  <a:pt x="p0x220" y="p0y220"/>
                </a:lnTo>
                <a:lnTo>
                  <a:pt x="p0x221" y="p0y221"/>
                </a:lnTo>
                <a:lnTo>
                  <a:pt x="p0x222" y="p0y222"/>
                </a:lnTo>
                <a:lnTo>
                  <a:pt x="p0x223" y="p0y223"/>
                </a:lnTo>
                <a:lnTo>
                  <a:pt x="p0x224" y="p0y224"/>
                </a:lnTo>
                <a:lnTo>
                  <a:pt x="p0x225" y="p0y225"/>
                </a:lnTo>
                <a:lnTo>
                  <a:pt x="p0x226" y="p0y226"/>
                </a:lnTo>
                <a:lnTo>
                  <a:pt x="p0x227" y="p0y227"/>
                </a:lnTo>
                <a:lnTo>
                  <a:pt x="p0x228" y="p0y228"/>
                </a:lnTo>
                <a:lnTo>
                  <a:pt x="p0x229" y="p0y229"/>
                </a:lnTo>
                <a:lnTo>
                  <a:pt x="p0x230" y="p0y230"/>
                </a:lnTo>
                <a:lnTo>
                  <a:pt x="p0x231" y="p0y231"/>
                </a:lnTo>
                <a:lnTo>
                  <a:pt x="p0x232" y="p0y232"/>
                </a:lnTo>
                <a:lnTo>
                  <a:pt x="p0x233" y="p0y233"/>
                </a:lnTo>
                <a:lnTo>
                  <a:pt x="p0x234" y="p0y234"/>
                </a:lnTo>
                <a:lnTo>
                  <a:pt x="p0x235" y="p0y235"/>
                </a:lnTo>
                <a:lnTo>
                  <a:pt x="p0x236" y="p0y236"/>
                </a:lnTo>
                <a:lnTo>
                  <a:pt x="p0x237" y="p0y237"/>
                </a:lnTo>
                <a:lnTo>
                  <a:pt x="p0x238" y="p0y238"/>
                </a:lnTo>
                <a:lnTo>
                  <a:pt x="p0x239" y="p0y239"/>
                </a:lnTo>
                <a:lnTo>
                  <a:pt x="p0x240" y="p0y240"/>
                </a:lnTo>
                <a:lnTo>
                  <a:pt x="p0x241" y="p0y241"/>
                </a:lnTo>
                <a:lnTo>
                  <a:pt x="p0x242" y="p0y242"/>
                </a:lnTo>
                <a:lnTo>
                  <a:pt x="p0x243" y="p0y243"/>
                </a:lnTo>
                <a:lnTo>
                  <a:pt x="p0x244" y="p0y244"/>
                </a:lnTo>
                <a:lnTo>
                  <a:pt x="p0x245" y="p0y245"/>
                </a:lnTo>
                <a:lnTo>
                  <a:pt x="p0x246" y="p0y246"/>
                </a:lnTo>
                <a:lnTo>
                  <a:pt x="p0x247" y="p0y247"/>
                </a:lnTo>
                <a:lnTo>
                  <a:pt x="p0x248" y="p0y248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10"/>
            </p:custDataLst>
          </p:nvPr>
        </p:nvSpPr>
        <p:spPr>
          <a:xfrm>
            <a:off x="2143125" y="4399540"/>
            <a:ext cx="1238250" cy="19907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需求调研与方案制定</a:t>
            </a:r>
            <a:endParaRPr sz="9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1"/>
            </p:custDataLst>
          </p:nvPr>
        </p:nvSpPr>
        <p:spPr>
          <a:xfrm>
            <a:off x="695325" y="4867218"/>
            <a:ext cx="133350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3-4</a:t>
            </a:r>
            <a:r>
              <a:rPr lang="zh-CN" alt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</a:t>
            </a:r>
            <a:endParaRPr lang="zh-CN" altLang="en-US"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12"/>
            </p:custDataLst>
          </p:nvPr>
        </p:nvSpPr>
        <p:spPr>
          <a:xfrm>
            <a:off x="2028825" y="4843780"/>
            <a:ext cx="9467850" cy="266700"/>
          </a:xfrm>
          <a:custGeom>
            <a:avLst/>
            <a:gdLst>
              <a:gd name="sw" fmla="*/ 1 w 14910"/>
              <a:gd name="sh" fmla="*/ 1 h 420"/>
              <a:gd name="mins" fmla="min sw sh"/>
              <a:gd name="dsw" fmla="+- 0 sw mins"/>
              <a:gd name="dsh" fmla="+- 0 sh mins"/>
              <a:gd name="p0x0" fmla="*/ 60 w 14910"/>
              <a:gd name="p0y0" fmla="*/ 0 h 420"/>
              <a:gd name="p0x1" fmla="*/ 14850 w 14910"/>
              <a:gd name="p0y1" fmla="*/ 0 h 420"/>
              <a:gd name="p0x2" fmla="*/ 14883 w 14910"/>
              <a:gd name="p0y2" fmla="*/ 0 h 420"/>
              <a:gd name="p0x3" fmla="*/ 14910 w 14910"/>
              <a:gd name="p0y3" fmla="*/ 26 h 420"/>
              <a:gd name="p0x4" fmla="*/ 14910 w 14910"/>
              <a:gd name="p0y4" fmla="*/ 60 h 420"/>
              <a:gd name="p0x5" fmla="*/ 14910 w 14910"/>
              <a:gd name="p0y5" fmla="*/ 360 h 420"/>
              <a:gd name="p0x6" fmla="*/ 14910 w 14910"/>
              <a:gd name="p0y6" fmla="*/ 393 h 420"/>
              <a:gd name="p0x7" fmla="*/ 14883 w 14910"/>
              <a:gd name="p0y7" fmla="*/ 420 h 420"/>
              <a:gd name="p0x8" fmla="*/ 14850 w 14910"/>
              <a:gd name="p0y8" fmla="*/ 420 h 420"/>
              <a:gd name="p0x9" fmla="*/ 60 w 14910"/>
              <a:gd name="p0y9" fmla="*/ 420 h 420"/>
              <a:gd name="p0x10" fmla="*/ 26 w 14910"/>
              <a:gd name="p0y10" fmla="*/ 420 h 420"/>
              <a:gd name="p0x11" fmla="*/ 0 w 14910"/>
              <a:gd name="p0y11" fmla="*/ 393 h 420"/>
              <a:gd name="p0x12" fmla="*/ 0 w 14910"/>
              <a:gd name="p0y12" fmla="*/ 360 h 420"/>
              <a:gd name="p0x13" fmla="*/ 0 w 14910"/>
              <a:gd name="p0y13" fmla="*/ 60 h 420"/>
              <a:gd name="p0x14" fmla="*/ 0 w 14910"/>
              <a:gd name="p0y14" fmla="*/ 26 h 420"/>
              <a:gd name="p0x15" fmla="*/ 26 w 14910"/>
              <a:gd name="p0y15" fmla="*/ 0 h 420"/>
              <a:gd name="p0x16" fmla="*/ 60 w 1491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3F4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>
            <p:custDataLst>
              <p:tags r:id="rId13"/>
            </p:custDataLst>
          </p:nvPr>
        </p:nvSpPr>
        <p:spPr>
          <a:xfrm>
            <a:off x="2028825" y="4843780"/>
            <a:ext cx="1892935" cy="266700"/>
          </a:xfrm>
          <a:custGeom>
            <a:avLst/>
            <a:gdLst>
              <a:gd name="sw" fmla="*/ 1 w 2981"/>
              <a:gd name="sh" fmla="*/ 1 h 419"/>
              <a:gd name="mins" fmla="min sw sh"/>
              <a:gd name="dsw" fmla="+- 0 sw mins"/>
              <a:gd name="dsh" fmla="+- 0 sh mins"/>
              <a:gd name="p0x0" fmla="*/ 2921 w 2981"/>
              <a:gd name="p0y0" fmla="*/ 0 h 419"/>
              <a:gd name="p0x1" fmla="*/ 2923 w 2981"/>
              <a:gd name="p0y1" fmla="*/ 0 h 419"/>
              <a:gd name="p0x2" fmla="*/ 2925 w 2981"/>
              <a:gd name="p0y2" fmla="*/ 0 h 419"/>
              <a:gd name="p0x3" fmla="*/ 2926 w 2981"/>
              <a:gd name="p0y3" fmla="*/ 0 h 419"/>
              <a:gd name="p0x4" fmla="*/ 2928 w 2981"/>
              <a:gd name="p0y4" fmla="*/ 0 h 419"/>
              <a:gd name="p0x5" fmla="*/ 2929 w 2981"/>
              <a:gd name="p0y5" fmla="*/ 0 h 419"/>
              <a:gd name="p0x6" fmla="*/ 2931 w 2981"/>
              <a:gd name="p0y6" fmla="*/ 0 h 419"/>
              <a:gd name="p0x7" fmla="*/ 2933 w 2981"/>
              <a:gd name="p0y7" fmla="*/ 1 h 419"/>
              <a:gd name="p0x8" fmla="*/ 2934 w 2981"/>
              <a:gd name="p0y8" fmla="*/ 1 h 419"/>
              <a:gd name="p0x9" fmla="*/ 2936 w 2981"/>
              <a:gd name="p0y9" fmla="*/ 1 h 419"/>
              <a:gd name="p0x10" fmla="*/ 2937 w 2981"/>
              <a:gd name="p0y10" fmla="*/ 2 h 419"/>
              <a:gd name="p0x11" fmla="*/ 2939 w 2981"/>
              <a:gd name="p0y11" fmla="*/ 2 h 419"/>
              <a:gd name="p0x12" fmla="*/ 2940 w 2981"/>
              <a:gd name="p0y12" fmla="*/ 2 h 419"/>
              <a:gd name="p0x13" fmla="*/ 2942 w 2981"/>
              <a:gd name="p0y13" fmla="*/ 3 h 419"/>
              <a:gd name="p0x14" fmla="*/ 2943 w 2981"/>
              <a:gd name="p0y14" fmla="*/ 3 h 419"/>
              <a:gd name="p0x15" fmla="*/ 2944 w 2981"/>
              <a:gd name="p0y15" fmla="*/ 4 h 419"/>
              <a:gd name="p0x16" fmla="*/ 2946 w 2981"/>
              <a:gd name="p0y16" fmla="*/ 5 h 419"/>
              <a:gd name="p0x17" fmla="*/ 2947 w 2981"/>
              <a:gd name="p0y17" fmla="*/ 5 h 419"/>
              <a:gd name="p0x18" fmla="*/ 2949 w 2981"/>
              <a:gd name="p0y18" fmla="*/ 6 h 419"/>
              <a:gd name="p0x19" fmla="*/ 2950 w 2981"/>
              <a:gd name="p0y19" fmla="*/ 7 h 419"/>
              <a:gd name="p0x20" fmla="*/ 2951 w 2981"/>
              <a:gd name="p0y20" fmla="*/ 7 h 419"/>
              <a:gd name="p0x21" fmla="*/ 2953 w 2981"/>
              <a:gd name="p0y21" fmla="*/ 8 h 419"/>
              <a:gd name="p0x22" fmla="*/ 2954 w 2981"/>
              <a:gd name="p0y22" fmla="*/ 9 h 419"/>
              <a:gd name="p0x23" fmla="*/ 2955 w 2981"/>
              <a:gd name="p0y23" fmla="*/ 10 h 419"/>
              <a:gd name="p0x24" fmla="*/ 2956 w 2981"/>
              <a:gd name="p0y24" fmla="*/ 11 h 419"/>
              <a:gd name="p0x25" fmla="*/ 2958 w 2981"/>
              <a:gd name="p0y25" fmla="*/ 12 h 419"/>
              <a:gd name="p0x26" fmla="*/ 2959 w 2981"/>
              <a:gd name="p0y26" fmla="*/ 13 h 419"/>
              <a:gd name="p0x27" fmla="*/ 2960 w 2981"/>
              <a:gd name="p0y27" fmla="*/ 14 h 419"/>
              <a:gd name="p0x28" fmla="*/ 2961 w 2981"/>
              <a:gd name="p0y28" fmla="*/ 14 h 419"/>
              <a:gd name="p0x29" fmla="*/ 2962 w 2981"/>
              <a:gd name="p0y29" fmla="*/ 16 h 419"/>
              <a:gd name="p0x30" fmla="*/ 2963 w 2981"/>
              <a:gd name="p0y30" fmla="*/ 17 h 419"/>
              <a:gd name="p0x31" fmla="*/ 2964 w 2981"/>
              <a:gd name="p0y31" fmla="*/ 18 h 419"/>
              <a:gd name="p0x32" fmla="*/ 2965 w 2981"/>
              <a:gd name="p0y32" fmla="*/ 19 h 419"/>
              <a:gd name="p0x33" fmla="*/ 2966 w 2981"/>
              <a:gd name="p0y33" fmla="*/ 20 h 419"/>
              <a:gd name="p0x34" fmla="*/ 2967 w 2981"/>
              <a:gd name="p0y34" fmla="*/ 21 h 419"/>
              <a:gd name="p0x35" fmla="*/ 2968 w 2981"/>
              <a:gd name="p0y35" fmla="*/ 22 h 419"/>
              <a:gd name="p0x36" fmla="*/ 2969 w 2981"/>
              <a:gd name="p0y36" fmla="*/ 23 h 419"/>
              <a:gd name="p0x37" fmla="*/ 2970 w 2981"/>
              <a:gd name="p0y37" fmla="*/ 25 h 419"/>
              <a:gd name="p0x38" fmla="*/ 2971 w 2981"/>
              <a:gd name="p0y38" fmla="*/ 26 h 419"/>
              <a:gd name="p0x39" fmla="*/ 2972 w 2981"/>
              <a:gd name="p0y39" fmla="*/ 27 h 419"/>
              <a:gd name="p0x40" fmla="*/ 2973 w 2981"/>
              <a:gd name="p0y40" fmla="*/ 28 h 419"/>
              <a:gd name="p0x41" fmla="*/ 2974 w 2981"/>
              <a:gd name="p0y41" fmla="*/ 30 h 419"/>
              <a:gd name="p0x42" fmla="*/ 2974 w 2981"/>
              <a:gd name="p0y42" fmla="*/ 31 h 419"/>
              <a:gd name="p0x43" fmla="*/ 2975 w 2981"/>
              <a:gd name="p0y43" fmla="*/ 32 h 419"/>
              <a:gd name="p0x44" fmla="*/ 2976 w 2981"/>
              <a:gd name="p0y44" fmla="*/ 34 h 419"/>
              <a:gd name="p0x45" fmla="*/ 2976 w 2981"/>
              <a:gd name="p0y45" fmla="*/ 35 h 419"/>
              <a:gd name="p0x46" fmla="*/ 2977 w 2981"/>
              <a:gd name="p0y46" fmla="*/ 36 h 419"/>
              <a:gd name="p0x47" fmla="*/ 2977 w 2981"/>
              <a:gd name="p0y47" fmla="*/ 38 h 419"/>
              <a:gd name="p0x48" fmla="*/ 2978 w 2981"/>
              <a:gd name="p0y48" fmla="*/ 39 h 419"/>
              <a:gd name="p0x49" fmla="*/ 2978 w 2981"/>
              <a:gd name="p0y49" fmla="*/ 41 h 419"/>
              <a:gd name="p0x50" fmla="*/ 2979 w 2981"/>
              <a:gd name="p0y50" fmla="*/ 42 h 419"/>
              <a:gd name="p0x51" fmla="*/ 2979 w 2981"/>
              <a:gd name="p0y51" fmla="*/ 44 h 419"/>
              <a:gd name="p0x52" fmla="*/ 2980 w 2981"/>
              <a:gd name="p0y52" fmla="*/ 45 h 419"/>
              <a:gd name="p0x53" fmla="*/ 2980 w 2981"/>
              <a:gd name="p0y53" fmla="*/ 47 h 419"/>
              <a:gd name="p0x54" fmla="*/ 2980 w 2981"/>
              <a:gd name="p0y54" fmla="*/ 48 h 419"/>
              <a:gd name="p0x55" fmla="*/ 2981 w 2981"/>
              <a:gd name="p0y55" fmla="*/ 50 h 419"/>
              <a:gd name="p0x56" fmla="*/ 2981 w 2981"/>
              <a:gd name="p0y56" fmla="*/ 51 h 419"/>
              <a:gd name="p0x57" fmla="*/ 2981 w 2981"/>
              <a:gd name="p0y57" fmla="*/ 53 h 419"/>
              <a:gd name="p0x58" fmla="*/ 2981 w 2981"/>
              <a:gd name="p0y58" fmla="*/ 55 h 419"/>
              <a:gd name="p0x59" fmla="*/ 2981 w 2981"/>
              <a:gd name="p0y59" fmla="*/ 56 h 419"/>
              <a:gd name="p0x60" fmla="*/ 2981 w 2981"/>
              <a:gd name="p0y60" fmla="*/ 58 h 419"/>
              <a:gd name="p0x61" fmla="*/ 2981 w 2981"/>
              <a:gd name="p0y61" fmla="*/ 59 h 419"/>
              <a:gd name="p0x62" fmla="*/ 2981 w 2981"/>
              <a:gd name="p0y62" fmla="*/ 359 h 419"/>
              <a:gd name="p0x63" fmla="*/ 2981 w 2981"/>
              <a:gd name="p0y63" fmla="*/ 361 h 419"/>
              <a:gd name="p0x64" fmla="*/ 2981 w 2981"/>
              <a:gd name="p0y64" fmla="*/ 363 h 419"/>
              <a:gd name="p0x65" fmla="*/ 2981 w 2981"/>
              <a:gd name="p0y65" fmla="*/ 364 h 419"/>
              <a:gd name="p0x66" fmla="*/ 2981 w 2981"/>
              <a:gd name="p0y66" fmla="*/ 366 h 419"/>
              <a:gd name="p0x67" fmla="*/ 2981 w 2981"/>
              <a:gd name="p0y67" fmla="*/ 368 h 419"/>
              <a:gd name="p0x68" fmla="*/ 2981 w 2981"/>
              <a:gd name="p0y68" fmla="*/ 369 h 419"/>
              <a:gd name="p0x69" fmla="*/ 2980 w 2981"/>
              <a:gd name="p0y69" fmla="*/ 371 h 419"/>
              <a:gd name="p0x70" fmla="*/ 2980 w 2981"/>
              <a:gd name="p0y70" fmla="*/ 372 h 419"/>
              <a:gd name="p0x71" fmla="*/ 2980 w 2981"/>
              <a:gd name="p0y71" fmla="*/ 374 h 419"/>
              <a:gd name="p0x72" fmla="*/ 2979 w 2981"/>
              <a:gd name="p0y72" fmla="*/ 375 h 419"/>
              <a:gd name="p0x73" fmla="*/ 2979 w 2981"/>
              <a:gd name="p0y73" fmla="*/ 377 h 419"/>
              <a:gd name="p0x74" fmla="*/ 2978 w 2981"/>
              <a:gd name="p0y74" fmla="*/ 378 h 419"/>
              <a:gd name="p0x75" fmla="*/ 2978 w 2981"/>
              <a:gd name="p0y75" fmla="*/ 380 h 419"/>
              <a:gd name="p0x76" fmla="*/ 2977 w 2981"/>
              <a:gd name="p0y76" fmla="*/ 381 h 419"/>
              <a:gd name="p0x77" fmla="*/ 2977 w 2981"/>
              <a:gd name="p0y77" fmla="*/ 383 h 419"/>
              <a:gd name="p0x78" fmla="*/ 2976 w 2981"/>
              <a:gd name="p0y78" fmla="*/ 384 h 419"/>
              <a:gd name="p0x79" fmla="*/ 2976 w 2981"/>
              <a:gd name="p0y79" fmla="*/ 385 h 419"/>
              <a:gd name="p0x80" fmla="*/ 2975 w 2981"/>
              <a:gd name="p0y80" fmla="*/ 387 h 419"/>
              <a:gd name="p0x81" fmla="*/ 2974 w 2981"/>
              <a:gd name="p0y81" fmla="*/ 388 h 419"/>
              <a:gd name="p0x82" fmla="*/ 2974 w 2981"/>
              <a:gd name="p0y82" fmla="*/ 389 h 419"/>
              <a:gd name="p0x83" fmla="*/ 2973 w 2981"/>
              <a:gd name="p0y83" fmla="*/ 391 h 419"/>
              <a:gd name="p0x84" fmla="*/ 2972 w 2981"/>
              <a:gd name="p0y84" fmla="*/ 392 h 419"/>
              <a:gd name="p0x85" fmla="*/ 2971 w 2981"/>
              <a:gd name="p0y85" fmla="*/ 393 h 419"/>
              <a:gd name="p0x86" fmla="*/ 2970 w 2981"/>
              <a:gd name="p0y86" fmla="*/ 394 h 419"/>
              <a:gd name="p0x87" fmla="*/ 2969 w 2981"/>
              <a:gd name="p0y87" fmla="*/ 396 h 419"/>
              <a:gd name="p0x88" fmla="*/ 2968 w 2981"/>
              <a:gd name="p0y88" fmla="*/ 397 h 419"/>
              <a:gd name="p0x89" fmla="*/ 2967 w 2981"/>
              <a:gd name="p0y89" fmla="*/ 398 h 419"/>
              <a:gd name="p0x90" fmla="*/ 2966 w 2981"/>
              <a:gd name="p0y90" fmla="*/ 399 h 419"/>
              <a:gd name="p0x91" fmla="*/ 2965 w 2981"/>
              <a:gd name="p0y91" fmla="*/ 400 h 419"/>
              <a:gd name="p0x92" fmla="*/ 2964 w 2981"/>
              <a:gd name="p0y92" fmla="*/ 401 h 419"/>
              <a:gd name="p0x93" fmla="*/ 2963 w 2981"/>
              <a:gd name="p0y93" fmla="*/ 402 h 419"/>
              <a:gd name="p0x94" fmla="*/ 2962 w 2981"/>
              <a:gd name="p0y94" fmla="*/ 403 h 419"/>
              <a:gd name="p0x95" fmla="*/ 2961 w 2981"/>
              <a:gd name="p0y95" fmla="*/ 405 h 419"/>
              <a:gd name="p0x96" fmla="*/ 2960 w 2981"/>
              <a:gd name="p0y96" fmla="*/ 405 h 419"/>
              <a:gd name="p0x97" fmla="*/ 2959 w 2981"/>
              <a:gd name="p0y97" fmla="*/ 406 h 419"/>
              <a:gd name="p0x98" fmla="*/ 2958 w 2981"/>
              <a:gd name="p0y98" fmla="*/ 407 h 419"/>
              <a:gd name="p0x99" fmla="*/ 2956 w 2981"/>
              <a:gd name="p0y99" fmla="*/ 408 h 419"/>
              <a:gd name="p0x100" fmla="*/ 2955 w 2981"/>
              <a:gd name="p0y100" fmla="*/ 409 h 419"/>
              <a:gd name="p0x101" fmla="*/ 2954 w 2981"/>
              <a:gd name="p0y101" fmla="*/ 410 h 419"/>
              <a:gd name="p0x102" fmla="*/ 2953 w 2981"/>
              <a:gd name="p0y102" fmla="*/ 411 h 419"/>
              <a:gd name="p0x103" fmla="*/ 2951 w 2981"/>
              <a:gd name="p0y103" fmla="*/ 412 h 419"/>
              <a:gd name="p0x104" fmla="*/ 2950 w 2981"/>
              <a:gd name="p0y104" fmla="*/ 412 h 419"/>
              <a:gd name="p0x105" fmla="*/ 2949 w 2981"/>
              <a:gd name="p0y105" fmla="*/ 413 h 419"/>
              <a:gd name="p0x106" fmla="*/ 2947 w 2981"/>
              <a:gd name="p0y106" fmla="*/ 414 h 419"/>
              <a:gd name="p0x107" fmla="*/ 2946 w 2981"/>
              <a:gd name="p0y107" fmla="*/ 414 h 419"/>
              <a:gd name="p0x108" fmla="*/ 2944 w 2981"/>
              <a:gd name="p0y108" fmla="*/ 415 h 419"/>
              <a:gd name="p0x109" fmla="*/ 2943 w 2981"/>
              <a:gd name="p0y109" fmla="*/ 416 h 419"/>
              <a:gd name="p0x110" fmla="*/ 2942 w 2981"/>
              <a:gd name="p0y110" fmla="*/ 416 h 419"/>
              <a:gd name="p0x111" fmla="*/ 2940 w 2981"/>
              <a:gd name="p0y111" fmla="*/ 417 h 419"/>
              <a:gd name="p0x112" fmla="*/ 2939 w 2981"/>
              <a:gd name="p0y112" fmla="*/ 417 h 419"/>
              <a:gd name="p0x113" fmla="*/ 2937 w 2981"/>
              <a:gd name="p0y113" fmla="*/ 417 h 419"/>
              <a:gd name="p0x114" fmla="*/ 2936 w 2981"/>
              <a:gd name="p0y114" fmla="*/ 418 h 419"/>
              <a:gd name="p0x115" fmla="*/ 2934 w 2981"/>
              <a:gd name="p0y115" fmla="*/ 418 h 419"/>
              <a:gd name="p0x116" fmla="*/ 2933 w 2981"/>
              <a:gd name="p0y116" fmla="*/ 418 h 419"/>
              <a:gd name="p0x117" fmla="*/ 2931 w 2981"/>
              <a:gd name="p0y117" fmla="*/ 419 h 419"/>
              <a:gd name="p0x118" fmla="*/ 2929 w 2981"/>
              <a:gd name="p0y118" fmla="*/ 419 h 419"/>
              <a:gd name="p0x119" fmla="*/ 2928 w 2981"/>
              <a:gd name="p0y119" fmla="*/ 419 h 419"/>
              <a:gd name="p0x120" fmla="*/ 2926 w 2981"/>
              <a:gd name="p0y120" fmla="*/ 419 h 419"/>
              <a:gd name="p0x121" fmla="*/ 2925 w 2981"/>
              <a:gd name="p0y121" fmla="*/ 419 h 419"/>
              <a:gd name="p0x122" fmla="*/ 2923 w 2981"/>
              <a:gd name="p0y122" fmla="*/ 419 h 419"/>
              <a:gd name="p0x123" fmla="*/ 2921 w 2981"/>
              <a:gd name="p0y123" fmla="*/ 419 h 419"/>
              <a:gd name="p0x124" fmla="*/ 60 w 2981"/>
              <a:gd name="p0y124" fmla="*/ 419 h 419"/>
              <a:gd name="p0x125" fmla="*/ 58 w 2981"/>
              <a:gd name="p0y125" fmla="*/ 419 h 419"/>
              <a:gd name="p0x126" fmla="*/ 56 w 2981"/>
              <a:gd name="p0y126" fmla="*/ 419 h 419"/>
              <a:gd name="p0x127" fmla="*/ 55 w 2981"/>
              <a:gd name="p0y127" fmla="*/ 419 h 419"/>
              <a:gd name="p0x128" fmla="*/ 53 w 2981"/>
              <a:gd name="p0y128" fmla="*/ 419 h 419"/>
              <a:gd name="p0x129" fmla="*/ 51 w 2981"/>
              <a:gd name="p0y129" fmla="*/ 419 h 419"/>
              <a:gd name="p0x130" fmla="*/ 50 w 2981"/>
              <a:gd name="p0y130" fmla="*/ 419 h 419"/>
              <a:gd name="p0x131" fmla="*/ 48 w 2981"/>
              <a:gd name="p0y131" fmla="*/ 418 h 419"/>
              <a:gd name="p0x132" fmla="*/ 47 w 2981"/>
              <a:gd name="p0y132" fmla="*/ 418 h 419"/>
              <a:gd name="p0x133" fmla="*/ 45 w 2981"/>
              <a:gd name="p0y133" fmla="*/ 418 h 419"/>
              <a:gd name="p0x134" fmla="*/ 44 w 2981"/>
              <a:gd name="p0y134" fmla="*/ 417 h 419"/>
              <a:gd name="p0x135" fmla="*/ 42 w 2981"/>
              <a:gd name="p0y135" fmla="*/ 417 h 419"/>
              <a:gd name="p0x136" fmla="*/ 41 w 2981"/>
              <a:gd name="p0y136" fmla="*/ 417 h 419"/>
              <a:gd name="p0x137" fmla="*/ 39 w 2981"/>
              <a:gd name="p0y137" fmla="*/ 416 h 419"/>
              <a:gd name="p0x138" fmla="*/ 38 w 2981"/>
              <a:gd name="p0y138" fmla="*/ 416 h 419"/>
              <a:gd name="p0x139" fmla="*/ 36 w 2981"/>
              <a:gd name="p0y139" fmla="*/ 415 h 419"/>
              <a:gd name="p0x140" fmla="*/ 35 w 2981"/>
              <a:gd name="p0y140" fmla="*/ 414 h 419"/>
              <a:gd name="p0x141" fmla="*/ 34 w 2981"/>
              <a:gd name="p0y141" fmla="*/ 414 h 419"/>
              <a:gd name="p0x142" fmla="*/ 32 w 2981"/>
              <a:gd name="p0y142" fmla="*/ 413 h 419"/>
              <a:gd name="p0x143" fmla="*/ 31 w 2981"/>
              <a:gd name="p0y143" fmla="*/ 412 h 419"/>
              <a:gd name="p0x144" fmla="*/ 30 w 2981"/>
              <a:gd name="p0y144" fmla="*/ 412 h 419"/>
              <a:gd name="p0x145" fmla="*/ 28 w 2981"/>
              <a:gd name="p0y145" fmla="*/ 411 h 419"/>
              <a:gd name="p0x146" fmla="*/ 27 w 2981"/>
              <a:gd name="p0y146" fmla="*/ 410 h 419"/>
              <a:gd name="p0x147" fmla="*/ 26 w 2981"/>
              <a:gd name="p0y147" fmla="*/ 409 h 419"/>
              <a:gd name="p0x148" fmla="*/ 25 w 2981"/>
              <a:gd name="p0y148" fmla="*/ 408 h 419"/>
              <a:gd name="p0x149" fmla="*/ 23 w 2981"/>
              <a:gd name="p0y149" fmla="*/ 407 h 419"/>
              <a:gd name="p0x150" fmla="*/ 22 w 2981"/>
              <a:gd name="p0y150" fmla="*/ 406 h 419"/>
              <a:gd name="p0x151" fmla="*/ 21 w 2981"/>
              <a:gd name="p0y151" fmla="*/ 405 h 419"/>
              <a:gd name="p0x152" fmla="*/ 20 w 2981"/>
              <a:gd name="p0y152" fmla="*/ 405 h 419"/>
              <a:gd name="p0x153" fmla="*/ 19 w 2981"/>
              <a:gd name="p0y153" fmla="*/ 403 h 419"/>
              <a:gd name="p0x154" fmla="*/ 18 w 2981"/>
              <a:gd name="p0y154" fmla="*/ 402 h 419"/>
              <a:gd name="p0x155" fmla="*/ 17 w 2981"/>
              <a:gd name="p0y155" fmla="*/ 401 h 419"/>
              <a:gd name="p0x156" fmla="*/ 16 w 2981"/>
              <a:gd name="p0y156" fmla="*/ 400 h 419"/>
              <a:gd name="p0x157" fmla="*/ 14 w 2981"/>
              <a:gd name="p0y157" fmla="*/ 399 h 419"/>
              <a:gd name="p0x158" fmla="*/ 14 w 2981"/>
              <a:gd name="p0y158" fmla="*/ 398 h 419"/>
              <a:gd name="p0x159" fmla="*/ 13 w 2981"/>
              <a:gd name="p0y159" fmla="*/ 397 h 419"/>
              <a:gd name="p0x160" fmla="*/ 12 w 2981"/>
              <a:gd name="p0y160" fmla="*/ 396 h 419"/>
              <a:gd name="p0x161" fmla="*/ 11 w 2981"/>
              <a:gd name="p0y161" fmla="*/ 394 h 419"/>
              <a:gd name="p0x162" fmla="*/ 10 w 2981"/>
              <a:gd name="p0y162" fmla="*/ 393 h 419"/>
              <a:gd name="p0x163" fmla="*/ 9 w 2981"/>
              <a:gd name="p0y163" fmla="*/ 392 h 419"/>
              <a:gd name="p0x164" fmla="*/ 8 w 2981"/>
              <a:gd name="p0y164" fmla="*/ 391 h 419"/>
              <a:gd name="p0x165" fmla="*/ 7 w 2981"/>
              <a:gd name="p0y165" fmla="*/ 389 h 419"/>
              <a:gd name="p0x166" fmla="*/ 7 w 2981"/>
              <a:gd name="p0y166" fmla="*/ 388 h 419"/>
              <a:gd name="p0x167" fmla="*/ 6 w 2981"/>
              <a:gd name="p0y167" fmla="*/ 387 h 419"/>
              <a:gd name="p0x168" fmla="*/ 5 w 2981"/>
              <a:gd name="p0y168" fmla="*/ 385 h 419"/>
              <a:gd name="p0x169" fmla="*/ 5 w 2981"/>
              <a:gd name="p0y169" fmla="*/ 384 h 419"/>
              <a:gd name="p0x170" fmla="*/ 4 w 2981"/>
              <a:gd name="p0y170" fmla="*/ 383 h 419"/>
              <a:gd name="p0x171" fmla="*/ 3 w 2981"/>
              <a:gd name="p0y171" fmla="*/ 381 h 419"/>
              <a:gd name="p0x172" fmla="*/ 3 w 2981"/>
              <a:gd name="p0y172" fmla="*/ 380 h 419"/>
              <a:gd name="p0x173" fmla="*/ 2 w 2981"/>
              <a:gd name="p0y173" fmla="*/ 378 h 419"/>
              <a:gd name="p0x174" fmla="*/ 2 w 2981"/>
              <a:gd name="p0y174" fmla="*/ 377 h 419"/>
              <a:gd name="p0x175" fmla="*/ 2 w 2981"/>
              <a:gd name="p0y175" fmla="*/ 375 h 419"/>
              <a:gd name="p0x176" fmla="*/ 1 w 2981"/>
              <a:gd name="p0y176" fmla="*/ 374 h 419"/>
              <a:gd name="p0x177" fmla="*/ 1 w 2981"/>
              <a:gd name="p0y177" fmla="*/ 372 h 419"/>
              <a:gd name="p0x178" fmla="*/ 1 w 2981"/>
              <a:gd name="p0y178" fmla="*/ 371 h 419"/>
              <a:gd name="p0x179" fmla="*/ 0 w 2981"/>
              <a:gd name="p0y179" fmla="*/ 369 h 419"/>
              <a:gd name="p0x180" fmla="*/ 0 w 2981"/>
              <a:gd name="p0y180" fmla="*/ 368 h 419"/>
              <a:gd name="p0x181" fmla="*/ 0 w 2981"/>
              <a:gd name="p0y181" fmla="*/ 366 h 419"/>
              <a:gd name="p0x182" fmla="*/ 0 w 2981"/>
              <a:gd name="p0y182" fmla="*/ 364 h 419"/>
              <a:gd name="p0x183" fmla="*/ 0 w 2981"/>
              <a:gd name="p0y183" fmla="*/ 363 h 419"/>
              <a:gd name="p0x184" fmla="*/ 0 w 2981"/>
              <a:gd name="p0y184" fmla="*/ 361 h 419"/>
              <a:gd name="p0x185" fmla="*/ 0 w 2981"/>
              <a:gd name="p0y185" fmla="*/ 359 h 419"/>
              <a:gd name="p0x186" fmla="*/ 0 w 2981"/>
              <a:gd name="p0y186" fmla="*/ 60 h 419"/>
              <a:gd name="p0x187" fmla="*/ 0 w 2981"/>
              <a:gd name="p0y187" fmla="*/ 58 h 419"/>
              <a:gd name="p0x188" fmla="*/ 0 w 2981"/>
              <a:gd name="p0y188" fmla="*/ 56 h 419"/>
              <a:gd name="p0x189" fmla="*/ 0 w 2981"/>
              <a:gd name="p0y189" fmla="*/ 55 h 419"/>
              <a:gd name="p0x190" fmla="*/ 0 w 2981"/>
              <a:gd name="p0y190" fmla="*/ 53 h 419"/>
              <a:gd name="p0x191" fmla="*/ 0 w 2981"/>
              <a:gd name="p0y191" fmla="*/ 51 h 419"/>
              <a:gd name="p0x192" fmla="*/ 0 w 2981"/>
              <a:gd name="p0y192" fmla="*/ 50 h 419"/>
              <a:gd name="p0x193" fmla="*/ 1 w 2981"/>
              <a:gd name="p0y193" fmla="*/ 48 h 419"/>
              <a:gd name="p0x194" fmla="*/ 1 w 2981"/>
              <a:gd name="p0y194" fmla="*/ 47 h 419"/>
              <a:gd name="p0x195" fmla="*/ 1 w 2981"/>
              <a:gd name="p0y195" fmla="*/ 45 h 419"/>
              <a:gd name="p0x196" fmla="*/ 2 w 2981"/>
              <a:gd name="p0y196" fmla="*/ 44 h 419"/>
              <a:gd name="p0x197" fmla="*/ 2 w 2981"/>
              <a:gd name="p0y197" fmla="*/ 42 h 419"/>
              <a:gd name="p0x198" fmla="*/ 2 w 2981"/>
              <a:gd name="p0y198" fmla="*/ 41 h 419"/>
              <a:gd name="p0x199" fmla="*/ 3 w 2981"/>
              <a:gd name="p0y199" fmla="*/ 39 h 419"/>
              <a:gd name="p0x200" fmla="*/ 3 w 2981"/>
              <a:gd name="p0y200" fmla="*/ 38 h 419"/>
              <a:gd name="p0x201" fmla="*/ 4 w 2981"/>
              <a:gd name="p0y201" fmla="*/ 36 h 419"/>
              <a:gd name="p0x202" fmla="*/ 5 w 2981"/>
              <a:gd name="p0y202" fmla="*/ 35 h 419"/>
              <a:gd name="p0x203" fmla="*/ 5 w 2981"/>
              <a:gd name="p0y203" fmla="*/ 34 h 419"/>
              <a:gd name="p0x204" fmla="*/ 6 w 2981"/>
              <a:gd name="p0y204" fmla="*/ 32 h 419"/>
              <a:gd name="p0x205" fmla="*/ 7 w 2981"/>
              <a:gd name="p0y205" fmla="*/ 31 h 419"/>
              <a:gd name="p0x206" fmla="*/ 7 w 2981"/>
              <a:gd name="p0y206" fmla="*/ 30 h 419"/>
              <a:gd name="p0x207" fmla="*/ 8 w 2981"/>
              <a:gd name="p0y207" fmla="*/ 28 h 419"/>
              <a:gd name="p0x208" fmla="*/ 9 w 2981"/>
              <a:gd name="p0y208" fmla="*/ 27 h 419"/>
              <a:gd name="p0x209" fmla="*/ 10 w 2981"/>
              <a:gd name="p0y209" fmla="*/ 26 h 419"/>
              <a:gd name="p0x210" fmla="*/ 11 w 2981"/>
              <a:gd name="p0y210" fmla="*/ 25 h 419"/>
              <a:gd name="p0x211" fmla="*/ 12 w 2981"/>
              <a:gd name="p0y211" fmla="*/ 23 h 419"/>
              <a:gd name="p0x212" fmla="*/ 13 w 2981"/>
              <a:gd name="p0y212" fmla="*/ 22 h 419"/>
              <a:gd name="p0x213" fmla="*/ 14 w 2981"/>
              <a:gd name="p0y213" fmla="*/ 21 h 419"/>
              <a:gd name="p0x214" fmla="*/ 14 w 2981"/>
              <a:gd name="p0y214" fmla="*/ 20 h 419"/>
              <a:gd name="p0x215" fmla="*/ 16 w 2981"/>
              <a:gd name="p0y215" fmla="*/ 19 h 419"/>
              <a:gd name="p0x216" fmla="*/ 17 w 2981"/>
              <a:gd name="p0y216" fmla="*/ 18 h 419"/>
              <a:gd name="p0x217" fmla="*/ 18 w 2981"/>
              <a:gd name="p0y217" fmla="*/ 17 h 419"/>
              <a:gd name="p0x218" fmla="*/ 19 w 2981"/>
              <a:gd name="p0y218" fmla="*/ 16 h 419"/>
              <a:gd name="p0x219" fmla="*/ 20 w 2981"/>
              <a:gd name="p0y219" fmla="*/ 14 h 419"/>
              <a:gd name="p0x220" fmla="*/ 21 w 2981"/>
              <a:gd name="p0y220" fmla="*/ 14 h 419"/>
              <a:gd name="p0x221" fmla="*/ 22 w 2981"/>
              <a:gd name="p0y221" fmla="*/ 13 h 419"/>
              <a:gd name="p0x222" fmla="*/ 23 w 2981"/>
              <a:gd name="p0y222" fmla="*/ 12 h 419"/>
              <a:gd name="p0x223" fmla="*/ 25 w 2981"/>
              <a:gd name="p0y223" fmla="*/ 11 h 419"/>
              <a:gd name="p0x224" fmla="*/ 26 w 2981"/>
              <a:gd name="p0y224" fmla="*/ 10 h 419"/>
              <a:gd name="p0x225" fmla="*/ 27 w 2981"/>
              <a:gd name="p0y225" fmla="*/ 9 h 419"/>
              <a:gd name="p0x226" fmla="*/ 28 w 2981"/>
              <a:gd name="p0y226" fmla="*/ 8 h 419"/>
              <a:gd name="p0x227" fmla="*/ 30 w 2981"/>
              <a:gd name="p0y227" fmla="*/ 7 h 419"/>
              <a:gd name="p0x228" fmla="*/ 31 w 2981"/>
              <a:gd name="p0y228" fmla="*/ 7 h 419"/>
              <a:gd name="p0x229" fmla="*/ 32 w 2981"/>
              <a:gd name="p0y229" fmla="*/ 6 h 419"/>
              <a:gd name="p0x230" fmla="*/ 34 w 2981"/>
              <a:gd name="p0y230" fmla="*/ 5 h 419"/>
              <a:gd name="p0x231" fmla="*/ 35 w 2981"/>
              <a:gd name="p0y231" fmla="*/ 5 h 419"/>
              <a:gd name="p0x232" fmla="*/ 36 w 2981"/>
              <a:gd name="p0y232" fmla="*/ 4 h 419"/>
              <a:gd name="p0x233" fmla="*/ 38 w 2981"/>
              <a:gd name="p0y233" fmla="*/ 3 h 419"/>
              <a:gd name="p0x234" fmla="*/ 39 w 2981"/>
              <a:gd name="p0y234" fmla="*/ 3 h 419"/>
              <a:gd name="p0x235" fmla="*/ 41 w 2981"/>
              <a:gd name="p0y235" fmla="*/ 2 h 419"/>
              <a:gd name="p0x236" fmla="*/ 42 w 2981"/>
              <a:gd name="p0y236" fmla="*/ 2 h 419"/>
              <a:gd name="p0x237" fmla="*/ 44 w 2981"/>
              <a:gd name="p0y237" fmla="*/ 2 h 419"/>
              <a:gd name="p0x238" fmla="*/ 45 w 2981"/>
              <a:gd name="p0y238" fmla="*/ 1 h 419"/>
              <a:gd name="p0x239" fmla="*/ 47 w 2981"/>
              <a:gd name="p0y239" fmla="*/ 1 h 419"/>
              <a:gd name="p0x240" fmla="*/ 48 w 2981"/>
              <a:gd name="p0y240" fmla="*/ 1 h 419"/>
              <a:gd name="p0x241" fmla="*/ 50 w 2981"/>
              <a:gd name="p0y241" fmla="*/ 0 h 419"/>
              <a:gd name="p0x242" fmla="*/ 51 w 2981"/>
              <a:gd name="p0y242" fmla="*/ 0 h 419"/>
              <a:gd name="p0x243" fmla="*/ 53 w 2981"/>
              <a:gd name="p0y243" fmla="*/ 0 h 419"/>
              <a:gd name="p0x244" fmla="*/ 55 w 2981"/>
              <a:gd name="p0y244" fmla="*/ 0 h 419"/>
              <a:gd name="p0x245" fmla="*/ 56 w 2981"/>
              <a:gd name="p0y245" fmla="*/ 0 h 419"/>
              <a:gd name="p0x246" fmla="*/ 58 w 2981"/>
              <a:gd name="p0y246" fmla="*/ 0 h 419"/>
              <a:gd name="p0x247" fmla="*/ 60 w 2981"/>
              <a:gd name="p0y247" fmla="*/ 0 h 419"/>
              <a:gd name="p0x248" fmla="*/ 2921 w 2981"/>
              <a:gd name="p0y248" fmla="*/ 0 h 4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lnTo>
                  <a:pt x="p0x8" y="p0y8"/>
                </a:lnTo>
                <a:lnTo>
                  <a:pt x="p0x9" y="p0y9"/>
                </a:lnTo>
                <a:lnTo>
                  <a:pt x="p0x10" y="p0y10"/>
                </a:lnTo>
                <a:lnTo>
                  <a:pt x="p0x11" y="p0y11"/>
                </a:lnTo>
                <a:lnTo>
                  <a:pt x="p0x12" y="p0y12"/>
                </a:lnTo>
                <a:lnTo>
                  <a:pt x="p0x13" y="p0y13"/>
                </a:lnTo>
                <a:lnTo>
                  <a:pt x="p0x14" y="p0y14"/>
                </a:lnTo>
                <a:lnTo>
                  <a:pt x="p0x15" y="p0y15"/>
                </a:lnTo>
                <a:lnTo>
                  <a:pt x="p0x16" y="p0y16"/>
                </a:lnTo>
                <a:lnTo>
                  <a:pt x="p0x17" y="p0y17"/>
                </a:lnTo>
                <a:lnTo>
                  <a:pt x="p0x18" y="p0y18"/>
                </a:lnTo>
                <a:lnTo>
                  <a:pt x="p0x19" y="p0y19"/>
                </a:lnTo>
                <a:lnTo>
                  <a:pt x="p0x20" y="p0y20"/>
                </a:lnTo>
                <a:lnTo>
                  <a:pt x="p0x21" y="p0y21"/>
                </a:lnTo>
                <a:lnTo>
                  <a:pt x="p0x22" y="p0y22"/>
                </a:lnTo>
                <a:lnTo>
                  <a:pt x="p0x23" y="p0y23"/>
                </a:lnTo>
                <a:lnTo>
                  <a:pt x="p0x24" y="p0y24"/>
                </a:lnTo>
                <a:lnTo>
                  <a:pt x="p0x25" y="p0y25"/>
                </a:lnTo>
                <a:lnTo>
                  <a:pt x="p0x26" y="p0y26"/>
                </a:lnTo>
                <a:lnTo>
                  <a:pt x="p0x27" y="p0y27"/>
                </a:lnTo>
                <a:lnTo>
                  <a:pt x="p0x28" y="p0y28"/>
                </a:lnTo>
                <a:lnTo>
                  <a:pt x="p0x29" y="p0y29"/>
                </a:lnTo>
                <a:lnTo>
                  <a:pt x="p0x30" y="p0y30"/>
                </a:lnTo>
                <a:lnTo>
                  <a:pt x="p0x31" y="p0y31"/>
                </a:lnTo>
                <a:lnTo>
                  <a:pt x="p0x32" y="p0y32"/>
                </a:lnTo>
                <a:lnTo>
                  <a:pt x="p0x33" y="p0y33"/>
                </a:lnTo>
                <a:lnTo>
                  <a:pt x="p0x34" y="p0y34"/>
                </a:lnTo>
                <a:lnTo>
                  <a:pt x="p0x35" y="p0y35"/>
                </a:lnTo>
                <a:lnTo>
                  <a:pt x="p0x36" y="p0y36"/>
                </a:lnTo>
                <a:lnTo>
                  <a:pt x="p0x37" y="p0y37"/>
                </a:lnTo>
                <a:lnTo>
                  <a:pt x="p0x38" y="p0y38"/>
                </a:lnTo>
                <a:lnTo>
                  <a:pt x="p0x39" y="p0y39"/>
                </a:lnTo>
                <a:lnTo>
                  <a:pt x="p0x40" y="p0y40"/>
                </a:lnTo>
                <a:lnTo>
                  <a:pt x="p0x41" y="p0y41"/>
                </a:lnTo>
                <a:lnTo>
                  <a:pt x="p0x42" y="p0y42"/>
                </a:lnTo>
                <a:lnTo>
                  <a:pt x="p0x43" y="p0y43"/>
                </a:lnTo>
                <a:lnTo>
                  <a:pt x="p0x44" y="p0y44"/>
                </a:lnTo>
                <a:lnTo>
                  <a:pt x="p0x45" y="p0y45"/>
                </a:lnTo>
                <a:lnTo>
                  <a:pt x="p0x46" y="p0y46"/>
                </a:lnTo>
                <a:lnTo>
                  <a:pt x="p0x47" y="p0y47"/>
                </a:lnTo>
                <a:lnTo>
                  <a:pt x="p0x48" y="p0y48"/>
                </a:lnTo>
                <a:lnTo>
                  <a:pt x="p0x49" y="p0y49"/>
                </a:lnTo>
                <a:lnTo>
                  <a:pt x="p0x50" y="p0y50"/>
                </a:lnTo>
                <a:lnTo>
                  <a:pt x="p0x51" y="p0y51"/>
                </a:lnTo>
                <a:lnTo>
                  <a:pt x="p0x52" y="p0y52"/>
                </a:lnTo>
                <a:lnTo>
                  <a:pt x="p0x53" y="p0y53"/>
                </a:lnTo>
                <a:lnTo>
                  <a:pt x="p0x54" y="p0y54"/>
                </a:lnTo>
                <a:lnTo>
                  <a:pt x="p0x55" y="p0y55"/>
                </a:lnTo>
                <a:lnTo>
                  <a:pt x="p0x56" y="p0y56"/>
                </a:lnTo>
                <a:lnTo>
                  <a:pt x="p0x57" y="p0y57"/>
                </a:lnTo>
                <a:lnTo>
                  <a:pt x="p0x58" y="p0y58"/>
                </a:lnTo>
                <a:lnTo>
                  <a:pt x="p0x59" y="p0y59"/>
                </a:lnTo>
                <a:lnTo>
                  <a:pt x="p0x60" y="p0y60"/>
                </a:lnTo>
                <a:lnTo>
                  <a:pt x="p0x61" y="p0y61"/>
                </a:lnTo>
                <a:lnTo>
                  <a:pt x="p0x62" y="p0y62"/>
                </a:lnTo>
                <a:lnTo>
                  <a:pt x="p0x63" y="p0y63"/>
                </a:lnTo>
                <a:lnTo>
                  <a:pt x="p0x64" y="p0y64"/>
                </a:lnTo>
                <a:lnTo>
                  <a:pt x="p0x65" y="p0y65"/>
                </a:lnTo>
                <a:lnTo>
                  <a:pt x="p0x66" y="p0y66"/>
                </a:lnTo>
                <a:lnTo>
                  <a:pt x="p0x67" y="p0y67"/>
                </a:lnTo>
                <a:lnTo>
                  <a:pt x="p0x68" y="p0y68"/>
                </a:lnTo>
                <a:lnTo>
                  <a:pt x="p0x69" y="p0y69"/>
                </a:lnTo>
                <a:lnTo>
                  <a:pt x="p0x70" y="p0y70"/>
                </a:lnTo>
                <a:lnTo>
                  <a:pt x="p0x71" y="p0y71"/>
                </a:lnTo>
                <a:lnTo>
                  <a:pt x="p0x72" y="p0y72"/>
                </a:lnTo>
                <a:lnTo>
                  <a:pt x="p0x73" y="p0y73"/>
                </a:lnTo>
                <a:lnTo>
                  <a:pt x="p0x74" y="p0y74"/>
                </a:lnTo>
                <a:lnTo>
                  <a:pt x="p0x75" y="p0y75"/>
                </a:lnTo>
                <a:lnTo>
                  <a:pt x="p0x76" y="p0y76"/>
                </a:lnTo>
                <a:lnTo>
                  <a:pt x="p0x77" y="p0y77"/>
                </a:lnTo>
                <a:lnTo>
                  <a:pt x="p0x78" y="p0y78"/>
                </a:lnTo>
                <a:lnTo>
                  <a:pt x="p0x79" y="p0y79"/>
                </a:lnTo>
                <a:lnTo>
                  <a:pt x="p0x80" y="p0y80"/>
                </a:lnTo>
                <a:lnTo>
                  <a:pt x="p0x81" y="p0y81"/>
                </a:lnTo>
                <a:lnTo>
                  <a:pt x="p0x82" y="p0y82"/>
                </a:lnTo>
                <a:lnTo>
                  <a:pt x="p0x83" y="p0y83"/>
                </a:lnTo>
                <a:lnTo>
                  <a:pt x="p0x84" y="p0y84"/>
                </a:lnTo>
                <a:lnTo>
                  <a:pt x="p0x85" y="p0y85"/>
                </a:lnTo>
                <a:lnTo>
                  <a:pt x="p0x86" y="p0y86"/>
                </a:lnTo>
                <a:lnTo>
                  <a:pt x="p0x87" y="p0y87"/>
                </a:lnTo>
                <a:lnTo>
                  <a:pt x="p0x88" y="p0y88"/>
                </a:lnTo>
                <a:lnTo>
                  <a:pt x="p0x89" y="p0y89"/>
                </a:lnTo>
                <a:lnTo>
                  <a:pt x="p0x90" y="p0y90"/>
                </a:lnTo>
                <a:lnTo>
                  <a:pt x="p0x91" y="p0y91"/>
                </a:lnTo>
                <a:lnTo>
                  <a:pt x="p0x92" y="p0y92"/>
                </a:lnTo>
                <a:lnTo>
                  <a:pt x="p0x93" y="p0y93"/>
                </a:lnTo>
                <a:lnTo>
                  <a:pt x="p0x94" y="p0y94"/>
                </a:lnTo>
                <a:lnTo>
                  <a:pt x="p0x95" y="p0y95"/>
                </a:lnTo>
                <a:lnTo>
                  <a:pt x="p0x96" y="p0y96"/>
                </a:lnTo>
                <a:lnTo>
                  <a:pt x="p0x97" y="p0y97"/>
                </a:lnTo>
                <a:lnTo>
                  <a:pt x="p0x98" y="p0y98"/>
                </a:lnTo>
                <a:lnTo>
                  <a:pt x="p0x99" y="p0y99"/>
                </a:lnTo>
                <a:lnTo>
                  <a:pt x="p0x100" y="p0y100"/>
                </a:lnTo>
                <a:lnTo>
                  <a:pt x="p0x101" y="p0y101"/>
                </a:lnTo>
                <a:lnTo>
                  <a:pt x="p0x102" y="p0y102"/>
                </a:lnTo>
                <a:lnTo>
                  <a:pt x="p0x103" y="p0y103"/>
                </a:lnTo>
                <a:lnTo>
                  <a:pt x="p0x104" y="p0y104"/>
                </a:lnTo>
                <a:lnTo>
                  <a:pt x="p0x105" y="p0y105"/>
                </a:lnTo>
                <a:lnTo>
                  <a:pt x="p0x106" y="p0y106"/>
                </a:lnTo>
                <a:lnTo>
                  <a:pt x="p0x107" y="p0y107"/>
                </a:lnTo>
                <a:lnTo>
                  <a:pt x="p0x108" y="p0y108"/>
                </a:lnTo>
                <a:lnTo>
                  <a:pt x="p0x109" y="p0y109"/>
                </a:lnTo>
                <a:lnTo>
                  <a:pt x="p0x110" y="p0y110"/>
                </a:lnTo>
                <a:lnTo>
                  <a:pt x="p0x111" y="p0y111"/>
                </a:lnTo>
                <a:lnTo>
                  <a:pt x="p0x112" y="p0y112"/>
                </a:lnTo>
                <a:lnTo>
                  <a:pt x="p0x113" y="p0y113"/>
                </a:lnTo>
                <a:lnTo>
                  <a:pt x="p0x114" y="p0y114"/>
                </a:lnTo>
                <a:lnTo>
                  <a:pt x="p0x115" y="p0y115"/>
                </a:lnTo>
                <a:lnTo>
                  <a:pt x="p0x116" y="p0y116"/>
                </a:lnTo>
                <a:lnTo>
                  <a:pt x="p0x117" y="p0y117"/>
                </a:lnTo>
                <a:lnTo>
                  <a:pt x="p0x118" y="p0y118"/>
                </a:lnTo>
                <a:lnTo>
                  <a:pt x="p0x119" y="p0y119"/>
                </a:lnTo>
                <a:lnTo>
                  <a:pt x="p0x120" y="p0y120"/>
                </a:lnTo>
                <a:lnTo>
                  <a:pt x="p0x121" y="p0y121"/>
                </a:lnTo>
                <a:lnTo>
                  <a:pt x="p0x122" y="p0y122"/>
                </a:lnTo>
                <a:lnTo>
                  <a:pt x="p0x123" y="p0y123"/>
                </a:lnTo>
                <a:lnTo>
                  <a:pt x="p0x124" y="p0y124"/>
                </a:lnTo>
                <a:lnTo>
                  <a:pt x="p0x125" y="p0y125"/>
                </a:lnTo>
                <a:lnTo>
                  <a:pt x="p0x126" y="p0y126"/>
                </a:lnTo>
                <a:lnTo>
                  <a:pt x="p0x127" y="p0y127"/>
                </a:lnTo>
                <a:lnTo>
                  <a:pt x="p0x128" y="p0y128"/>
                </a:lnTo>
                <a:lnTo>
                  <a:pt x="p0x129" y="p0y129"/>
                </a:lnTo>
                <a:lnTo>
                  <a:pt x="p0x130" y="p0y130"/>
                </a:lnTo>
                <a:lnTo>
                  <a:pt x="p0x131" y="p0y131"/>
                </a:lnTo>
                <a:lnTo>
                  <a:pt x="p0x132" y="p0y132"/>
                </a:lnTo>
                <a:lnTo>
                  <a:pt x="p0x133" y="p0y133"/>
                </a:lnTo>
                <a:lnTo>
                  <a:pt x="p0x134" y="p0y134"/>
                </a:lnTo>
                <a:lnTo>
                  <a:pt x="p0x135" y="p0y135"/>
                </a:lnTo>
                <a:lnTo>
                  <a:pt x="p0x136" y="p0y136"/>
                </a:lnTo>
                <a:lnTo>
                  <a:pt x="p0x137" y="p0y137"/>
                </a:lnTo>
                <a:lnTo>
                  <a:pt x="p0x138" y="p0y138"/>
                </a:lnTo>
                <a:lnTo>
                  <a:pt x="p0x139" y="p0y139"/>
                </a:lnTo>
                <a:lnTo>
                  <a:pt x="p0x140" y="p0y140"/>
                </a:lnTo>
                <a:lnTo>
                  <a:pt x="p0x141" y="p0y141"/>
                </a:lnTo>
                <a:lnTo>
                  <a:pt x="p0x142" y="p0y142"/>
                </a:lnTo>
                <a:lnTo>
                  <a:pt x="p0x143" y="p0y143"/>
                </a:lnTo>
                <a:lnTo>
                  <a:pt x="p0x144" y="p0y144"/>
                </a:lnTo>
                <a:lnTo>
                  <a:pt x="p0x145" y="p0y145"/>
                </a:lnTo>
                <a:lnTo>
                  <a:pt x="p0x146" y="p0y146"/>
                </a:lnTo>
                <a:lnTo>
                  <a:pt x="p0x147" y="p0y147"/>
                </a:lnTo>
                <a:lnTo>
                  <a:pt x="p0x148" y="p0y148"/>
                </a:lnTo>
                <a:lnTo>
                  <a:pt x="p0x149" y="p0y149"/>
                </a:lnTo>
                <a:lnTo>
                  <a:pt x="p0x150" y="p0y150"/>
                </a:lnTo>
                <a:lnTo>
                  <a:pt x="p0x151" y="p0y151"/>
                </a:lnTo>
                <a:lnTo>
                  <a:pt x="p0x152" y="p0y152"/>
                </a:lnTo>
                <a:lnTo>
                  <a:pt x="p0x153" y="p0y153"/>
                </a:lnTo>
                <a:lnTo>
                  <a:pt x="p0x154" y="p0y154"/>
                </a:lnTo>
                <a:lnTo>
                  <a:pt x="p0x155" y="p0y155"/>
                </a:lnTo>
                <a:lnTo>
                  <a:pt x="p0x156" y="p0y156"/>
                </a:lnTo>
                <a:lnTo>
                  <a:pt x="p0x157" y="p0y157"/>
                </a:lnTo>
                <a:lnTo>
                  <a:pt x="p0x158" y="p0y158"/>
                </a:lnTo>
                <a:lnTo>
                  <a:pt x="p0x159" y="p0y159"/>
                </a:lnTo>
                <a:lnTo>
                  <a:pt x="p0x160" y="p0y160"/>
                </a:lnTo>
                <a:lnTo>
                  <a:pt x="p0x161" y="p0y161"/>
                </a:lnTo>
                <a:lnTo>
                  <a:pt x="p0x162" y="p0y162"/>
                </a:lnTo>
                <a:lnTo>
                  <a:pt x="p0x163" y="p0y163"/>
                </a:lnTo>
                <a:lnTo>
                  <a:pt x="p0x164" y="p0y164"/>
                </a:lnTo>
                <a:lnTo>
                  <a:pt x="p0x165" y="p0y165"/>
                </a:lnTo>
                <a:lnTo>
                  <a:pt x="p0x166" y="p0y166"/>
                </a:lnTo>
                <a:lnTo>
                  <a:pt x="p0x167" y="p0y167"/>
                </a:lnTo>
                <a:lnTo>
                  <a:pt x="p0x168" y="p0y168"/>
                </a:lnTo>
                <a:lnTo>
                  <a:pt x="p0x169" y="p0y169"/>
                </a:lnTo>
                <a:lnTo>
                  <a:pt x="p0x170" y="p0y170"/>
                </a:lnTo>
                <a:lnTo>
                  <a:pt x="p0x171" y="p0y171"/>
                </a:lnTo>
                <a:lnTo>
                  <a:pt x="p0x172" y="p0y172"/>
                </a:lnTo>
                <a:lnTo>
                  <a:pt x="p0x173" y="p0y173"/>
                </a:lnTo>
                <a:lnTo>
                  <a:pt x="p0x174" y="p0y174"/>
                </a:lnTo>
                <a:lnTo>
                  <a:pt x="p0x175" y="p0y175"/>
                </a:lnTo>
                <a:lnTo>
                  <a:pt x="p0x176" y="p0y176"/>
                </a:lnTo>
                <a:lnTo>
                  <a:pt x="p0x177" y="p0y177"/>
                </a:lnTo>
                <a:lnTo>
                  <a:pt x="p0x178" y="p0y178"/>
                </a:lnTo>
                <a:lnTo>
                  <a:pt x="p0x179" y="p0y179"/>
                </a:lnTo>
                <a:lnTo>
                  <a:pt x="p0x180" y="p0y180"/>
                </a:lnTo>
                <a:lnTo>
                  <a:pt x="p0x181" y="p0y181"/>
                </a:lnTo>
                <a:lnTo>
                  <a:pt x="p0x182" y="p0y182"/>
                </a:lnTo>
                <a:lnTo>
                  <a:pt x="p0x183" y="p0y183"/>
                </a:lnTo>
                <a:lnTo>
                  <a:pt x="p0x184" y="p0y184"/>
                </a:lnTo>
                <a:lnTo>
                  <a:pt x="p0x185" y="p0y185"/>
                </a:lnTo>
                <a:lnTo>
                  <a:pt x="p0x186" y="p0y186"/>
                </a:lnTo>
                <a:lnTo>
                  <a:pt x="p0x187" y="p0y187"/>
                </a:lnTo>
                <a:lnTo>
                  <a:pt x="p0x188" y="p0y188"/>
                </a:lnTo>
                <a:lnTo>
                  <a:pt x="p0x189" y="p0y189"/>
                </a:lnTo>
                <a:lnTo>
                  <a:pt x="p0x190" y="p0y190"/>
                </a:lnTo>
                <a:lnTo>
                  <a:pt x="p0x191" y="p0y191"/>
                </a:lnTo>
                <a:lnTo>
                  <a:pt x="p0x192" y="p0y192"/>
                </a:lnTo>
                <a:lnTo>
                  <a:pt x="p0x193" y="p0y193"/>
                </a:lnTo>
                <a:lnTo>
                  <a:pt x="p0x194" y="p0y194"/>
                </a:lnTo>
                <a:lnTo>
                  <a:pt x="p0x195" y="p0y195"/>
                </a:lnTo>
                <a:lnTo>
                  <a:pt x="p0x196" y="p0y196"/>
                </a:lnTo>
                <a:lnTo>
                  <a:pt x="p0x197" y="p0y197"/>
                </a:lnTo>
                <a:lnTo>
                  <a:pt x="p0x198" y="p0y198"/>
                </a:lnTo>
                <a:lnTo>
                  <a:pt x="p0x199" y="p0y199"/>
                </a:lnTo>
                <a:lnTo>
                  <a:pt x="p0x200" y="p0y200"/>
                </a:lnTo>
                <a:lnTo>
                  <a:pt x="p0x201" y="p0y201"/>
                </a:lnTo>
                <a:lnTo>
                  <a:pt x="p0x202" y="p0y202"/>
                </a:lnTo>
                <a:lnTo>
                  <a:pt x="p0x203" y="p0y203"/>
                </a:lnTo>
                <a:lnTo>
                  <a:pt x="p0x204" y="p0y204"/>
                </a:lnTo>
                <a:lnTo>
                  <a:pt x="p0x205" y="p0y205"/>
                </a:lnTo>
                <a:lnTo>
                  <a:pt x="p0x206" y="p0y206"/>
                </a:lnTo>
                <a:lnTo>
                  <a:pt x="p0x207" y="p0y207"/>
                </a:lnTo>
                <a:lnTo>
                  <a:pt x="p0x208" y="p0y208"/>
                </a:lnTo>
                <a:lnTo>
                  <a:pt x="p0x209" y="p0y209"/>
                </a:lnTo>
                <a:lnTo>
                  <a:pt x="p0x210" y="p0y210"/>
                </a:lnTo>
                <a:lnTo>
                  <a:pt x="p0x211" y="p0y211"/>
                </a:lnTo>
                <a:lnTo>
                  <a:pt x="p0x212" y="p0y212"/>
                </a:lnTo>
                <a:lnTo>
                  <a:pt x="p0x213" y="p0y213"/>
                </a:lnTo>
                <a:lnTo>
                  <a:pt x="p0x214" y="p0y214"/>
                </a:lnTo>
                <a:lnTo>
                  <a:pt x="p0x215" y="p0y215"/>
                </a:lnTo>
                <a:lnTo>
                  <a:pt x="p0x216" y="p0y216"/>
                </a:lnTo>
                <a:lnTo>
                  <a:pt x="p0x217" y="p0y217"/>
                </a:lnTo>
                <a:lnTo>
                  <a:pt x="p0x218" y="p0y218"/>
                </a:lnTo>
                <a:lnTo>
                  <a:pt x="p0x219" y="p0y219"/>
                </a:lnTo>
                <a:lnTo>
                  <a:pt x="p0x220" y="p0y220"/>
                </a:lnTo>
                <a:lnTo>
                  <a:pt x="p0x221" y="p0y221"/>
                </a:lnTo>
                <a:lnTo>
                  <a:pt x="p0x222" y="p0y222"/>
                </a:lnTo>
                <a:lnTo>
                  <a:pt x="p0x223" y="p0y223"/>
                </a:lnTo>
                <a:lnTo>
                  <a:pt x="p0x224" y="p0y224"/>
                </a:lnTo>
                <a:lnTo>
                  <a:pt x="p0x225" y="p0y225"/>
                </a:lnTo>
                <a:lnTo>
                  <a:pt x="p0x226" y="p0y226"/>
                </a:lnTo>
                <a:lnTo>
                  <a:pt x="p0x227" y="p0y227"/>
                </a:lnTo>
                <a:lnTo>
                  <a:pt x="p0x228" y="p0y228"/>
                </a:lnTo>
                <a:lnTo>
                  <a:pt x="p0x229" y="p0y229"/>
                </a:lnTo>
                <a:lnTo>
                  <a:pt x="p0x230" y="p0y230"/>
                </a:lnTo>
                <a:lnTo>
                  <a:pt x="p0x231" y="p0y231"/>
                </a:lnTo>
                <a:lnTo>
                  <a:pt x="p0x232" y="p0y232"/>
                </a:lnTo>
                <a:lnTo>
                  <a:pt x="p0x233" y="p0y233"/>
                </a:lnTo>
                <a:lnTo>
                  <a:pt x="p0x234" y="p0y234"/>
                </a:lnTo>
                <a:lnTo>
                  <a:pt x="p0x235" y="p0y235"/>
                </a:lnTo>
                <a:lnTo>
                  <a:pt x="p0x236" y="p0y236"/>
                </a:lnTo>
                <a:lnTo>
                  <a:pt x="p0x237" y="p0y237"/>
                </a:lnTo>
                <a:lnTo>
                  <a:pt x="p0x238" y="p0y238"/>
                </a:lnTo>
                <a:lnTo>
                  <a:pt x="p0x239" y="p0y239"/>
                </a:lnTo>
                <a:lnTo>
                  <a:pt x="p0x240" y="p0y240"/>
                </a:lnTo>
                <a:lnTo>
                  <a:pt x="p0x241" y="p0y241"/>
                </a:lnTo>
                <a:lnTo>
                  <a:pt x="p0x242" y="p0y242"/>
                </a:lnTo>
                <a:lnTo>
                  <a:pt x="p0x243" y="p0y243"/>
                </a:lnTo>
                <a:lnTo>
                  <a:pt x="p0x244" y="p0y244"/>
                </a:lnTo>
                <a:lnTo>
                  <a:pt x="p0x245" y="p0y245"/>
                </a:lnTo>
                <a:lnTo>
                  <a:pt x="p0x246" y="p0y246"/>
                </a:lnTo>
                <a:lnTo>
                  <a:pt x="p0x247" y="p0y247"/>
                </a:lnTo>
                <a:lnTo>
                  <a:pt x="p0x248" y="p0y248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14"/>
            </p:custDataLst>
          </p:nvPr>
        </p:nvSpPr>
        <p:spPr>
          <a:xfrm>
            <a:off x="2143125" y="4875790"/>
            <a:ext cx="1238250" cy="19907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账号搭建与基础配置</a:t>
            </a:r>
            <a:endParaRPr sz="9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15"/>
            </p:custDataLst>
          </p:nvPr>
        </p:nvSpPr>
        <p:spPr>
          <a:xfrm>
            <a:off x="695325" y="5343468"/>
            <a:ext cx="133350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5-8</a:t>
            </a:r>
            <a:r>
              <a:rPr lang="zh-CN" alt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</a:t>
            </a:r>
            <a:endParaRPr lang="zh-CN" altLang="en-US"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16"/>
            </p:custDataLst>
          </p:nvPr>
        </p:nvSpPr>
        <p:spPr>
          <a:xfrm>
            <a:off x="2028825" y="5320030"/>
            <a:ext cx="9467850" cy="266700"/>
          </a:xfrm>
          <a:custGeom>
            <a:avLst/>
            <a:gdLst>
              <a:gd name="sw" fmla="*/ 1 w 14910"/>
              <a:gd name="sh" fmla="*/ 1 h 420"/>
              <a:gd name="mins" fmla="min sw sh"/>
              <a:gd name="dsw" fmla="+- 0 sw mins"/>
              <a:gd name="dsh" fmla="+- 0 sh mins"/>
              <a:gd name="p0x0" fmla="*/ 60 w 14910"/>
              <a:gd name="p0y0" fmla="*/ 0 h 420"/>
              <a:gd name="p0x1" fmla="*/ 14850 w 14910"/>
              <a:gd name="p0y1" fmla="*/ 0 h 420"/>
              <a:gd name="p0x2" fmla="*/ 14883 w 14910"/>
              <a:gd name="p0y2" fmla="*/ 0 h 420"/>
              <a:gd name="p0x3" fmla="*/ 14910 w 14910"/>
              <a:gd name="p0y3" fmla="*/ 26 h 420"/>
              <a:gd name="p0x4" fmla="*/ 14910 w 14910"/>
              <a:gd name="p0y4" fmla="*/ 60 h 420"/>
              <a:gd name="p0x5" fmla="*/ 14910 w 14910"/>
              <a:gd name="p0y5" fmla="*/ 360 h 420"/>
              <a:gd name="p0x6" fmla="*/ 14910 w 14910"/>
              <a:gd name="p0y6" fmla="*/ 393 h 420"/>
              <a:gd name="p0x7" fmla="*/ 14883 w 14910"/>
              <a:gd name="p0y7" fmla="*/ 420 h 420"/>
              <a:gd name="p0x8" fmla="*/ 14850 w 14910"/>
              <a:gd name="p0y8" fmla="*/ 420 h 420"/>
              <a:gd name="p0x9" fmla="*/ 60 w 14910"/>
              <a:gd name="p0y9" fmla="*/ 420 h 420"/>
              <a:gd name="p0x10" fmla="*/ 26 w 14910"/>
              <a:gd name="p0y10" fmla="*/ 420 h 420"/>
              <a:gd name="p0x11" fmla="*/ 0 w 14910"/>
              <a:gd name="p0y11" fmla="*/ 393 h 420"/>
              <a:gd name="p0x12" fmla="*/ 0 w 14910"/>
              <a:gd name="p0y12" fmla="*/ 360 h 420"/>
              <a:gd name="p0x13" fmla="*/ 0 w 14910"/>
              <a:gd name="p0y13" fmla="*/ 60 h 420"/>
              <a:gd name="p0x14" fmla="*/ 0 w 14910"/>
              <a:gd name="p0y14" fmla="*/ 26 h 420"/>
              <a:gd name="p0x15" fmla="*/ 26 w 14910"/>
              <a:gd name="p0y15" fmla="*/ 0 h 420"/>
              <a:gd name="p0x16" fmla="*/ 60 w 1491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3F4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17"/>
            </p:custDataLst>
          </p:nvPr>
        </p:nvSpPr>
        <p:spPr>
          <a:xfrm>
            <a:off x="2028825" y="5320030"/>
            <a:ext cx="3786505" cy="266700"/>
          </a:xfrm>
          <a:custGeom>
            <a:avLst/>
            <a:gdLst>
              <a:gd name="sw" fmla="*/ 1 w 5963"/>
              <a:gd name="sh" fmla="*/ 1 h 419"/>
              <a:gd name="mins" fmla="min sw sh"/>
              <a:gd name="dsw" fmla="+- 0 sw mins"/>
              <a:gd name="dsh" fmla="+- 0 sh mins"/>
              <a:gd name="p0x0" fmla="*/ 5903 w 5963"/>
              <a:gd name="p0y0" fmla="*/ 0 h 419"/>
              <a:gd name="p0x1" fmla="*/ 5905 w 5963"/>
              <a:gd name="p0y1" fmla="*/ 0 h 419"/>
              <a:gd name="p0x2" fmla="*/ 5907 w 5963"/>
              <a:gd name="p0y2" fmla="*/ 0 h 419"/>
              <a:gd name="p0x3" fmla="*/ 5908 w 5963"/>
              <a:gd name="p0y3" fmla="*/ 0 h 419"/>
              <a:gd name="p0x4" fmla="*/ 5910 w 5963"/>
              <a:gd name="p0y4" fmla="*/ 0 h 419"/>
              <a:gd name="p0x5" fmla="*/ 5911 w 5963"/>
              <a:gd name="p0y5" fmla="*/ 0 h 419"/>
              <a:gd name="p0x6" fmla="*/ 5913 w 5963"/>
              <a:gd name="p0y6" fmla="*/ 0 h 419"/>
              <a:gd name="p0x7" fmla="*/ 5915 w 5963"/>
              <a:gd name="p0y7" fmla="*/ 1 h 419"/>
              <a:gd name="p0x8" fmla="*/ 5916 w 5963"/>
              <a:gd name="p0y8" fmla="*/ 1 h 419"/>
              <a:gd name="p0x9" fmla="*/ 5918 w 5963"/>
              <a:gd name="p0y9" fmla="*/ 1 h 419"/>
              <a:gd name="p0x10" fmla="*/ 5919 w 5963"/>
              <a:gd name="p0y10" fmla="*/ 2 h 419"/>
              <a:gd name="p0x11" fmla="*/ 5921 w 5963"/>
              <a:gd name="p0y11" fmla="*/ 2 h 419"/>
              <a:gd name="p0x12" fmla="*/ 5922 w 5963"/>
              <a:gd name="p0y12" fmla="*/ 2 h 419"/>
              <a:gd name="p0x13" fmla="*/ 5924 w 5963"/>
              <a:gd name="p0y13" fmla="*/ 3 h 419"/>
              <a:gd name="p0x14" fmla="*/ 5925 w 5963"/>
              <a:gd name="p0y14" fmla="*/ 3 h 419"/>
              <a:gd name="p0x15" fmla="*/ 5926 w 5963"/>
              <a:gd name="p0y15" fmla="*/ 4 h 419"/>
              <a:gd name="p0x16" fmla="*/ 5928 w 5963"/>
              <a:gd name="p0y16" fmla="*/ 5 h 419"/>
              <a:gd name="p0x17" fmla="*/ 5929 w 5963"/>
              <a:gd name="p0y17" fmla="*/ 5 h 419"/>
              <a:gd name="p0x18" fmla="*/ 5931 w 5963"/>
              <a:gd name="p0y18" fmla="*/ 6 h 419"/>
              <a:gd name="p0x19" fmla="*/ 5932 w 5963"/>
              <a:gd name="p0y19" fmla="*/ 7 h 419"/>
              <a:gd name="p0x20" fmla="*/ 5933 w 5963"/>
              <a:gd name="p0y20" fmla="*/ 7 h 419"/>
              <a:gd name="p0x21" fmla="*/ 5935 w 5963"/>
              <a:gd name="p0y21" fmla="*/ 8 h 419"/>
              <a:gd name="p0x22" fmla="*/ 5936 w 5963"/>
              <a:gd name="p0y22" fmla="*/ 9 h 419"/>
              <a:gd name="p0x23" fmla="*/ 5937 w 5963"/>
              <a:gd name="p0y23" fmla="*/ 10 h 419"/>
              <a:gd name="p0x24" fmla="*/ 5938 w 5963"/>
              <a:gd name="p0y24" fmla="*/ 11 h 419"/>
              <a:gd name="p0x25" fmla="*/ 5940 w 5963"/>
              <a:gd name="p0y25" fmla="*/ 12 h 419"/>
              <a:gd name="p0x26" fmla="*/ 5941 w 5963"/>
              <a:gd name="p0y26" fmla="*/ 13 h 419"/>
              <a:gd name="p0x27" fmla="*/ 5942 w 5963"/>
              <a:gd name="p0y27" fmla="*/ 14 h 419"/>
              <a:gd name="p0x28" fmla="*/ 5943 w 5963"/>
              <a:gd name="p0y28" fmla="*/ 14 h 419"/>
              <a:gd name="p0x29" fmla="*/ 5944 w 5963"/>
              <a:gd name="p0y29" fmla="*/ 16 h 419"/>
              <a:gd name="p0x30" fmla="*/ 5945 w 5963"/>
              <a:gd name="p0y30" fmla="*/ 17 h 419"/>
              <a:gd name="p0x31" fmla="*/ 5946 w 5963"/>
              <a:gd name="p0y31" fmla="*/ 18 h 419"/>
              <a:gd name="p0x32" fmla="*/ 5947 w 5963"/>
              <a:gd name="p0y32" fmla="*/ 19 h 419"/>
              <a:gd name="p0x33" fmla="*/ 5948 w 5963"/>
              <a:gd name="p0y33" fmla="*/ 20 h 419"/>
              <a:gd name="p0x34" fmla="*/ 5949 w 5963"/>
              <a:gd name="p0y34" fmla="*/ 21 h 419"/>
              <a:gd name="p0x35" fmla="*/ 5950 w 5963"/>
              <a:gd name="p0y35" fmla="*/ 22 h 419"/>
              <a:gd name="p0x36" fmla="*/ 5951 w 5963"/>
              <a:gd name="p0y36" fmla="*/ 23 h 419"/>
              <a:gd name="p0x37" fmla="*/ 5952 w 5963"/>
              <a:gd name="p0y37" fmla="*/ 25 h 419"/>
              <a:gd name="p0x38" fmla="*/ 5953 w 5963"/>
              <a:gd name="p0y38" fmla="*/ 26 h 419"/>
              <a:gd name="p0x39" fmla="*/ 5954 w 5963"/>
              <a:gd name="p0y39" fmla="*/ 27 h 419"/>
              <a:gd name="p0x40" fmla="*/ 5955 w 5963"/>
              <a:gd name="p0y40" fmla="*/ 28 h 419"/>
              <a:gd name="p0x41" fmla="*/ 5955 w 5963"/>
              <a:gd name="p0y41" fmla="*/ 30 h 419"/>
              <a:gd name="p0x42" fmla="*/ 5956 w 5963"/>
              <a:gd name="p0y42" fmla="*/ 31 h 419"/>
              <a:gd name="p0x43" fmla="*/ 5957 w 5963"/>
              <a:gd name="p0y43" fmla="*/ 32 h 419"/>
              <a:gd name="p0x44" fmla="*/ 5958 w 5963"/>
              <a:gd name="p0y44" fmla="*/ 34 h 419"/>
              <a:gd name="p0x45" fmla="*/ 5958 w 5963"/>
              <a:gd name="p0y45" fmla="*/ 35 h 419"/>
              <a:gd name="p0x46" fmla="*/ 5959 w 5963"/>
              <a:gd name="p0y46" fmla="*/ 36 h 419"/>
              <a:gd name="p0x47" fmla="*/ 5959 w 5963"/>
              <a:gd name="p0y47" fmla="*/ 38 h 419"/>
              <a:gd name="p0x48" fmla="*/ 5960 w 5963"/>
              <a:gd name="p0y48" fmla="*/ 39 h 419"/>
              <a:gd name="p0x49" fmla="*/ 5960 w 5963"/>
              <a:gd name="p0y49" fmla="*/ 41 h 419"/>
              <a:gd name="p0x50" fmla="*/ 5961 w 5963"/>
              <a:gd name="p0y50" fmla="*/ 42 h 419"/>
              <a:gd name="p0x51" fmla="*/ 5961 w 5963"/>
              <a:gd name="p0y51" fmla="*/ 44 h 419"/>
              <a:gd name="p0x52" fmla="*/ 5962 w 5963"/>
              <a:gd name="p0y52" fmla="*/ 45 h 419"/>
              <a:gd name="p0x53" fmla="*/ 5962 w 5963"/>
              <a:gd name="p0y53" fmla="*/ 47 h 419"/>
              <a:gd name="p0x54" fmla="*/ 5962 w 5963"/>
              <a:gd name="p0y54" fmla="*/ 48 h 419"/>
              <a:gd name="p0x55" fmla="*/ 5963 w 5963"/>
              <a:gd name="p0y55" fmla="*/ 50 h 419"/>
              <a:gd name="p0x56" fmla="*/ 5963 w 5963"/>
              <a:gd name="p0y56" fmla="*/ 51 h 419"/>
              <a:gd name="p0x57" fmla="*/ 5963 w 5963"/>
              <a:gd name="p0y57" fmla="*/ 53 h 419"/>
              <a:gd name="p0x58" fmla="*/ 5963 w 5963"/>
              <a:gd name="p0y58" fmla="*/ 55 h 419"/>
              <a:gd name="p0x59" fmla="*/ 5963 w 5963"/>
              <a:gd name="p0y59" fmla="*/ 56 h 419"/>
              <a:gd name="p0x60" fmla="*/ 5963 w 5963"/>
              <a:gd name="p0y60" fmla="*/ 58 h 419"/>
              <a:gd name="p0x61" fmla="*/ 5963 w 5963"/>
              <a:gd name="p0y61" fmla="*/ 59 h 419"/>
              <a:gd name="p0x62" fmla="*/ 5963 w 5963"/>
              <a:gd name="p0y62" fmla="*/ 359 h 419"/>
              <a:gd name="p0x63" fmla="*/ 5963 w 5963"/>
              <a:gd name="p0y63" fmla="*/ 361 h 419"/>
              <a:gd name="p0x64" fmla="*/ 5963 w 5963"/>
              <a:gd name="p0y64" fmla="*/ 363 h 419"/>
              <a:gd name="p0x65" fmla="*/ 5963 w 5963"/>
              <a:gd name="p0y65" fmla="*/ 364 h 419"/>
              <a:gd name="p0x66" fmla="*/ 5963 w 5963"/>
              <a:gd name="p0y66" fmla="*/ 366 h 419"/>
              <a:gd name="p0x67" fmla="*/ 5963 w 5963"/>
              <a:gd name="p0y67" fmla="*/ 368 h 419"/>
              <a:gd name="p0x68" fmla="*/ 5963 w 5963"/>
              <a:gd name="p0y68" fmla="*/ 369 h 419"/>
              <a:gd name="p0x69" fmla="*/ 5962 w 5963"/>
              <a:gd name="p0y69" fmla="*/ 371 h 419"/>
              <a:gd name="p0x70" fmla="*/ 5962 w 5963"/>
              <a:gd name="p0y70" fmla="*/ 372 h 419"/>
              <a:gd name="p0x71" fmla="*/ 5962 w 5963"/>
              <a:gd name="p0y71" fmla="*/ 374 h 419"/>
              <a:gd name="p0x72" fmla="*/ 5961 w 5963"/>
              <a:gd name="p0y72" fmla="*/ 375 h 419"/>
              <a:gd name="p0x73" fmla="*/ 5961 w 5963"/>
              <a:gd name="p0y73" fmla="*/ 377 h 419"/>
              <a:gd name="p0x74" fmla="*/ 5960 w 5963"/>
              <a:gd name="p0y74" fmla="*/ 378 h 419"/>
              <a:gd name="p0x75" fmla="*/ 5960 w 5963"/>
              <a:gd name="p0y75" fmla="*/ 380 h 419"/>
              <a:gd name="p0x76" fmla="*/ 5959 w 5963"/>
              <a:gd name="p0y76" fmla="*/ 381 h 419"/>
              <a:gd name="p0x77" fmla="*/ 5959 w 5963"/>
              <a:gd name="p0y77" fmla="*/ 383 h 419"/>
              <a:gd name="p0x78" fmla="*/ 5958 w 5963"/>
              <a:gd name="p0y78" fmla="*/ 384 h 419"/>
              <a:gd name="p0x79" fmla="*/ 5958 w 5963"/>
              <a:gd name="p0y79" fmla="*/ 385 h 419"/>
              <a:gd name="p0x80" fmla="*/ 5957 w 5963"/>
              <a:gd name="p0y80" fmla="*/ 387 h 419"/>
              <a:gd name="p0x81" fmla="*/ 5956 w 5963"/>
              <a:gd name="p0y81" fmla="*/ 388 h 419"/>
              <a:gd name="p0x82" fmla="*/ 5955 w 5963"/>
              <a:gd name="p0y82" fmla="*/ 389 h 419"/>
              <a:gd name="p0x83" fmla="*/ 5955 w 5963"/>
              <a:gd name="p0y83" fmla="*/ 391 h 419"/>
              <a:gd name="p0x84" fmla="*/ 5954 w 5963"/>
              <a:gd name="p0y84" fmla="*/ 392 h 419"/>
              <a:gd name="p0x85" fmla="*/ 5953 w 5963"/>
              <a:gd name="p0y85" fmla="*/ 393 h 419"/>
              <a:gd name="p0x86" fmla="*/ 5952 w 5963"/>
              <a:gd name="p0y86" fmla="*/ 394 h 419"/>
              <a:gd name="p0x87" fmla="*/ 5951 w 5963"/>
              <a:gd name="p0y87" fmla="*/ 396 h 419"/>
              <a:gd name="p0x88" fmla="*/ 5950 w 5963"/>
              <a:gd name="p0y88" fmla="*/ 397 h 419"/>
              <a:gd name="p0x89" fmla="*/ 5949 w 5963"/>
              <a:gd name="p0y89" fmla="*/ 398 h 419"/>
              <a:gd name="p0x90" fmla="*/ 5948 w 5963"/>
              <a:gd name="p0y90" fmla="*/ 399 h 419"/>
              <a:gd name="p0x91" fmla="*/ 5947 w 5963"/>
              <a:gd name="p0y91" fmla="*/ 400 h 419"/>
              <a:gd name="p0x92" fmla="*/ 5946 w 5963"/>
              <a:gd name="p0y92" fmla="*/ 401 h 419"/>
              <a:gd name="p0x93" fmla="*/ 5945 w 5963"/>
              <a:gd name="p0y93" fmla="*/ 402 h 419"/>
              <a:gd name="p0x94" fmla="*/ 5944 w 5963"/>
              <a:gd name="p0y94" fmla="*/ 403 h 419"/>
              <a:gd name="p0x95" fmla="*/ 5943 w 5963"/>
              <a:gd name="p0y95" fmla="*/ 405 h 419"/>
              <a:gd name="p0x96" fmla="*/ 5942 w 5963"/>
              <a:gd name="p0y96" fmla="*/ 405 h 419"/>
              <a:gd name="p0x97" fmla="*/ 5941 w 5963"/>
              <a:gd name="p0y97" fmla="*/ 406 h 419"/>
              <a:gd name="p0x98" fmla="*/ 5940 w 5963"/>
              <a:gd name="p0y98" fmla="*/ 407 h 419"/>
              <a:gd name="p0x99" fmla="*/ 5938 w 5963"/>
              <a:gd name="p0y99" fmla="*/ 408 h 419"/>
              <a:gd name="p0x100" fmla="*/ 5937 w 5963"/>
              <a:gd name="p0y100" fmla="*/ 409 h 419"/>
              <a:gd name="p0x101" fmla="*/ 5936 w 5963"/>
              <a:gd name="p0y101" fmla="*/ 410 h 419"/>
              <a:gd name="p0x102" fmla="*/ 5935 w 5963"/>
              <a:gd name="p0y102" fmla="*/ 411 h 419"/>
              <a:gd name="p0x103" fmla="*/ 5933 w 5963"/>
              <a:gd name="p0y103" fmla="*/ 412 h 419"/>
              <a:gd name="p0x104" fmla="*/ 5932 w 5963"/>
              <a:gd name="p0y104" fmla="*/ 412 h 419"/>
              <a:gd name="p0x105" fmla="*/ 5931 w 5963"/>
              <a:gd name="p0y105" fmla="*/ 413 h 419"/>
              <a:gd name="p0x106" fmla="*/ 5929 w 5963"/>
              <a:gd name="p0y106" fmla="*/ 414 h 419"/>
              <a:gd name="p0x107" fmla="*/ 5928 w 5963"/>
              <a:gd name="p0y107" fmla="*/ 414 h 419"/>
              <a:gd name="p0x108" fmla="*/ 5926 w 5963"/>
              <a:gd name="p0y108" fmla="*/ 415 h 419"/>
              <a:gd name="p0x109" fmla="*/ 5925 w 5963"/>
              <a:gd name="p0y109" fmla="*/ 416 h 419"/>
              <a:gd name="p0x110" fmla="*/ 5924 w 5963"/>
              <a:gd name="p0y110" fmla="*/ 416 h 419"/>
              <a:gd name="p0x111" fmla="*/ 5922 w 5963"/>
              <a:gd name="p0y111" fmla="*/ 417 h 419"/>
              <a:gd name="p0x112" fmla="*/ 5921 w 5963"/>
              <a:gd name="p0y112" fmla="*/ 417 h 419"/>
              <a:gd name="p0x113" fmla="*/ 5919 w 5963"/>
              <a:gd name="p0y113" fmla="*/ 417 h 419"/>
              <a:gd name="p0x114" fmla="*/ 5918 w 5963"/>
              <a:gd name="p0y114" fmla="*/ 418 h 419"/>
              <a:gd name="p0x115" fmla="*/ 5916 w 5963"/>
              <a:gd name="p0y115" fmla="*/ 418 h 419"/>
              <a:gd name="p0x116" fmla="*/ 5915 w 5963"/>
              <a:gd name="p0y116" fmla="*/ 418 h 419"/>
              <a:gd name="p0x117" fmla="*/ 5913 w 5963"/>
              <a:gd name="p0y117" fmla="*/ 419 h 419"/>
              <a:gd name="p0x118" fmla="*/ 5911 w 5963"/>
              <a:gd name="p0y118" fmla="*/ 419 h 419"/>
              <a:gd name="p0x119" fmla="*/ 5910 w 5963"/>
              <a:gd name="p0y119" fmla="*/ 419 h 419"/>
              <a:gd name="p0x120" fmla="*/ 5908 w 5963"/>
              <a:gd name="p0y120" fmla="*/ 419 h 419"/>
              <a:gd name="p0x121" fmla="*/ 5907 w 5963"/>
              <a:gd name="p0y121" fmla="*/ 419 h 419"/>
              <a:gd name="p0x122" fmla="*/ 5905 w 5963"/>
              <a:gd name="p0y122" fmla="*/ 419 h 419"/>
              <a:gd name="p0x123" fmla="*/ 5903 w 5963"/>
              <a:gd name="p0y123" fmla="*/ 419 h 419"/>
              <a:gd name="p0x124" fmla="*/ 60 w 5963"/>
              <a:gd name="p0y124" fmla="*/ 419 h 419"/>
              <a:gd name="p0x125" fmla="*/ 58 w 5963"/>
              <a:gd name="p0y125" fmla="*/ 419 h 419"/>
              <a:gd name="p0x126" fmla="*/ 56 w 5963"/>
              <a:gd name="p0y126" fmla="*/ 419 h 419"/>
              <a:gd name="p0x127" fmla="*/ 55 w 5963"/>
              <a:gd name="p0y127" fmla="*/ 419 h 419"/>
              <a:gd name="p0x128" fmla="*/ 53 w 5963"/>
              <a:gd name="p0y128" fmla="*/ 419 h 419"/>
              <a:gd name="p0x129" fmla="*/ 51 w 5963"/>
              <a:gd name="p0y129" fmla="*/ 419 h 419"/>
              <a:gd name="p0x130" fmla="*/ 50 w 5963"/>
              <a:gd name="p0y130" fmla="*/ 419 h 419"/>
              <a:gd name="p0x131" fmla="*/ 48 w 5963"/>
              <a:gd name="p0y131" fmla="*/ 418 h 419"/>
              <a:gd name="p0x132" fmla="*/ 47 w 5963"/>
              <a:gd name="p0y132" fmla="*/ 418 h 419"/>
              <a:gd name="p0x133" fmla="*/ 45 w 5963"/>
              <a:gd name="p0y133" fmla="*/ 418 h 419"/>
              <a:gd name="p0x134" fmla="*/ 44 w 5963"/>
              <a:gd name="p0y134" fmla="*/ 417 h 419"/>
              <a:gd name="p0x135" fmla="*/ 42 w 5963"/>
              <a:gd name="p0y135" fmla="*/ 417 h 419"/>
              <a:gd name="p0x136" fmla="*/ 41 w 5963"/>
              <a:gd name="p0y136" fmla="*/ 417 h 419"/>
              <a:gd name="p0x137" fmla="*/ 39 w 5963"/>
              <a:gd name="p0y137" fmla="*/ 416 h 419"/>
              <a:gd name="p0x138" fmla="*/ 38 w 5963"/>
              <a:gd name="p0y138" fmla="*/ 416 h 419"/>
              <a:gd name="p0x139" fmla="*/ 36 w 5963"/>
              <a:gd name="p0y139" fmla="*/ 415 h 419"/>
              <a:gd name="p0x140" fmla="*/ 35 w 5963"/>
              <a:gd name="p0y140" fmla="*/ 414 h 419"/>
              <a:gd name="p0x141" fmla="*/ 34 w 5963"/>
              <a:gd name="p0y141" fmla="*/ 414 h 419"/>
              <a:gd name="p0x142" fmla="*/ 32 w 5963"/>
              <a:gd name="p0y142" fmla="*/ 413 h 419"/>
              <a:gd name="p0x143" fmla="*/ 31 w 5963"/>
              <a:gd name="p0y143" fmla="*/ 412 h 419"/>
              <a:gd name="p0x144" fmla="*/ 30 w 5963"/>
              <a:gd name="p0y144" fmla="*/ 412 h 419"/>
              <a:gd name="p0x145" fmla="*/ 28 w 5963"/>
              <a:gd name="p0y145" fmla="*/ 411 h 419"/>
              <a:gd name="p0x146" fmla="*/ 27 w 5963"/>
              <a:gd name="p0y146" fmla="*/ 410 h 419"/>
              <a:gd name="p0x147" fmla="*/ 26 w 5963"/>
              <a:gd name="p0y147" fmla="*/ 409 h 419"/>
              <a:gd name="p0x148" fmla="*/ 25 w 5963"/>
              <a:gd name="p0y148" fmla="*/ 408 h 419"/>
              <a:gd name="p0x149" fmla="*/ 23 w 5963"/>
              <a:gd name="p0y149" fmla="*/ 407 h 419"/>
              <a:gd name="p0x150" fmla="*/ 22 w 5963"/>
              <a:gd name="p0y150" fmla="*/ 406 h 419"/>
              <a:gd name="p0x151" fmla="*/ 21 w 5963"/>
              <a:gd name="p0y151" fmla="*/ 405 h 419"/>
              <a:gd name="p0x152" fmla="*/ 20 w 5963"/>
              <a:gd name="p0y152" fmla="*/ 405 h 419"/>
              <a:gd name="p0x153" fmla="*/ 19 w 5963"/>
              <a:gd name="p0y153" fmla="*/ 403 h 419"/>
              <a:gd name="p0x154" fmla="*/ 18 w 5963"/>
              <a:gd name="p0y154" fmla="*/ 402 h 419"/>
              <a:gd name="p0x155" fmla="*/ 17 w 5963"/>
              <a:gd name="p0y155" fmla="*/ 401 h 419"/>
              <a:gd name="p0x156" fmla="*/ 16 w 5963"/>
              <a:gd name="p0y156" fmla="*/ 400 h 419"/>
              <a:gd name="p0x157" fmla="*/ 14 w 5963"/>
              <a:gd name="p0y157" fmla="*/ 399 h 419"/>
              <a:gd name="p0x158" fmla="*/ 14 w 5963"/>
              <a:gd name="p0y158" fmla="*/ 398 h 419"/>
              <a:gd name="p0x159" fmla="*/ 13 w 5963"/>
              <a:gd name="p0y159" fmla="*/ 397 h 419"/>
              <a:gd name="p0x160" fmla="*/ 12 w 5963"/>
              <a:gd name="p0y160" fmla="*/ 396 h 419"/>
              <a:gd name="p0x161" fmla="*/ 11 w 5963"/>
              <a:gd name="p0y161" fmla="*/ 394 h 419"/>
              <a:gd name="p0x162" fmla="*/ 10 w 5963"/>
              <a:gd name="p0y162" fmla="*/ 393 h 419"/>
              <a:gd name="p0x163" fmla="*/ 9 w 5963"/>
              <a:gd name="p0y163" fmla="*/ 392 h 419"/>
              <a:gd name="p0x164" fmla="*/ 8 w 5963"/>
              <a:gd name="p0y164" fmla="*/ 391 h 419"/>
              <a:gd name="p0x165" fmla="*/ 7 w 5963"/>
              <a:gd name="p0y165" fmla="*/ 389 h 419"/>
              <a:gd name="p0x166" fmla="*/ 7 w 5963"/>
              <a:gd name="p0y166" fmla="*/ 388 h 419"/>
              <a:gd name="p0x167" fmla="*/ 6 w 5963"/>
              <a:gd name="p0y167" fmla="*/ 387 h 419"/>
              <a:gd name="p0x168" fmla="*/ 5 w 5963"/>
              <a:gd name="p0y168" fmla="*/ 385 h 419"/>
              <a:gd name="p0x169" fmla="*/ 5 w 5963"/>
              <a:gd name="p0y169" fmla="*/ 384 h 419"/>
              <a:gd name="p0x170" fmla="*/ 4 w 5963"/>
              <a:gd name="p0y170" fmla="*/ 383 h 419"/>
              <a:gd name="p0x171" fmla="*/ 3 w 5963"/>
              <a:gd name="p0y171" fmla="*/ 381 h 419"/>
              <a:gd name="p0x172" fmla="*/ 3 w 5963"/>
              <a:gd name="p0y172" fmla="*/ 380 h 419"/>
              <a:gd name="p0x173" fmla="*/ 2 w 5963"/>
              <a:gd name="p0y173" fmla="*/ 378 h 419"/>
              <a:gd name="p0x174" fmla="*/ 2 w 5963"/>
              <a:gd name="p0y174" fmla="*/ 377 h 419"/>
              <a:gd name="p0x175" fmla="*/ 2 w 5963"/>
              <a:gd name="p0y175" fmla="*/ 375 h 419"/>
              <a:gd name="p0x176" fmla="*/ 1 w 5963"/>
              <a:gd name="p0y176" fmla="*/ 374 h 419"/>
              <a:gd name="p0x177" fmla="*/ 1 w 5963"/>
              <a:gd name="p0y177" fmla="*/ 372 h 419"/>
              <a:gd name="p0x178" fmla="*/ 1 w 5963"/>
              <a:gd name="p0y178" fmla="*/ 371 h 419"/>
              <a:gd name="p0x179" fmla="*/ 0 w 5963"/>
              <a:gd name="p0y179" fmla="*/ 369 h 419"/>
              <a:gd name="p0x180" fmla="*/ 0 w 5963"/>
              <a:gd name="p0y180" fmla="*/ 368 h 419"/>
              <a:gd name="p0x181" fmla="*/ 0 w 5963"/>
              <a:gd name="p0y181" fmla="*/ 366 h 419"/>
              <a:gd name="p0x182" fmla="*/ 0 w 5963"/>
              <a:gd name="p0y182" fmla="*/ 364 h 419"/>
              <a:gd name="p0x183" fmla="*/ 0 w 5963"/>
              <a:gd name="p0y183" fmla="*/ 363 h 419"/>
              <a:gd name="p0x184" fmla="*/ 0 w 5963"/>
              <a:gd name="p0y184" fmla="*/ 361 h 419"/>
              <a:gd name="p0x185" fmla="*/ 0 w 5963"/>
              <a:gd name="p0y185" fmla="*/ 359 h 419"/>
              <a:gd name="p0x186" fmla="*/ 0 w 5963"/>
              <a:gd name="p0y186" fmla="*/ 60 h 419"/>
              <a:gd name="p0x187" fmla="*/ 0 w 5963"/>
              <a:gd name="p0y187" fmla="*/ 58 h 419"/>
              <a:gd name="p0x188" fmla="*/ 0 w 5963"/>
              <a:gd name="p0y188" fmla="*/ 56 h 419"/>
              <a:gd name="p0x189" fmla="*/ 0 w 5963"/>
              <a:gd name="p0y189" fmla="*/ 55 h 419"/>
              <a:gd name="p0x190" fmla="*/ 0 w 5963"/>
              <a:gd name="p0y190" fmla="*/ 53 h 419"/>
              <a:gd name="p0x191" fmla="*/ 0 w 5963"/>
              <a:gd name="p0y191" fmla="*/ 51 h 419"/>
              <a:gd name="p0x192" fmla="*/ 0 w 5963"/>
              <a:gd name="p0y192" fmla="*/ 50 h 419"/>
              <a:gd name="p0x193" fmla="*/ 1 w 5963"/>
              <a:gd name="p0y193" fmla="*/ 48 h 419"/>
              <a:gd name="p0x194" fmla="*/ 1 w 5963"/>
              <a:gd name="p0y194" fmla="*/ 47 h 419"/>
              <a:gd name="p0x195" fmla="*/ 1 w 5963"/>
              <a:gd name="p0y195" fmla="*/ 45 h 419"/>
              <a:gd name="p0x196" fmla="*/ 2 w 5963"/>
              <a:gd name="p0y196" fmla="*/ 44 h 419"/>
              <a:gd name="p0x197" fmla="*/ 2 w 5963"/>
              <a:gd name="p0y197" fmla="*/ 42 h 419"/>
              <a:gd name="p0x198" fmla="*/ 2 w 5963"/>
              <a:gd name="p0y198" fmla="*/ 41 h 419"/>
              <a:gd name="p0x199" fmla="*/ 3 w 5963"/>
              <a:gd name="p0y199" fmla="*/ 39 h 419"/>
              <a:gd name="p0x200" fmla="*/ 3 w 5963"/>
              <a:gd name="p0y200" fmla="*/ 38 h 419"/>
              <a:gd name="p0x201" fmla="*/ 4 w 5963"/>
              <a:gd name="p0y201" fmla="*/ 36 h 419"/>
              <a:gd name="p0x202" fmla="*/ 5 w 5963"/>
              <a:gd name="p0y202" fmla="*/ 35 h 419"/>
              <a:gd name="p0x203" fmla="*/ 5 w 5963"/>
              <a:gd name="p0y203" fmla="*/ 34 h 419"/>
              <a:gd name="p0x204" fmla="*/ 6 w 5963"/>
              <a:gd name="p0y204" fmla="*/ 32 h 419"/>
              <a:gd name="p0x205" fmla="*/ 7 w 5963"/>
              <a:gd name="p0y205" fmla="*/ 31 h 419"/>
              <a:gd name="p0x206" fmla="*/ 7 w 5963"/>
              <a:gd name="p0y206" fmla="*/ 30 h 419"/>
              <a:gd name="p0x207" fmla="*/ 8 w 5963"/>
              <a:gd name="p0y207" fmla="*/ 28 h 419"/>
              <a:gd name="p0x208" fmla="*/ 9 w 5963"/>
              <a:gd name="p0y208" fmla="*/ 27 h 419"/>
              <a:gd name="p0x209" fmla="*/ 10 w 5963"/>
              <a:gd name="p0y209" fmla="*/ 26 h 419"/>
              <a:gd name="p0x210" fmla="*/ 11 w 5963"/>
              <a:gd name="p0y210" fmla="*/ 25 h 419"/>
              <a:gd name="p0x211" fmla="*/ 12 w 5963"/>
              <a:gd name="p0y211" fmla="*/ 23 h 419"/>
              <a:gd name="p0x212" fmla="*/ 13 w 5963"/>
              <a:gd name="p0y212" fmla="*/ 22 h 419"/>
              <a:gd name="p0x213" fmla="*/ 14 w 5963"/>
              <a:gd name="p0y213" fmla="*/ 21 h 419"/>
              <a:gd name="p0x214" fmla="*/ 14 w 5963"/>
              <a:gd name="p0y214" fmla="*/ 20 h 419"/>
              <a:gd name="p0x215" fmla="*/ 16 w 5963"/>
              <a:gd name="p0y215" fmla="*/ 19 h 419"/>
              <a:gd name="p0x216" fmla="*/ 17 w 5963"/>
              <a:gd name="p0y216" fmla="*/ 18 h 419"/>
              <a:gd name="p0x217" fmla="*/ 18 w 5963"/>
              <a:gd name="p0y217" fmla="*/ 17 h 419"/>
              <a:gd name="p0x218" fmla="*/ 19 w 5963"/>
              <a:gd name="p0y218" fmla="*/ 16 h 419"/>
              <a:gd name="p0x219" fmla="*/ 20 w 5963"/>
              <a:gd name="p0y219" fmla="*/ 14 h 419"/>
              <a:gd name="p0x220" fmla="*/ 21 w 5963"/>
              <a:gd name="p0y220" fmla="*/ 14 h 419"/>
              <a:gd name="p0x221" fmla="*/ 22 w 5963"/>
              <a:gd name="p0y221" fmla="*/ 13 h 419"/>
              <a:gd name="p0x222" fmla="*/ 23 w 5963"/>
              <a:gd name="p0y222" fmla="*/ 12 h 419"/>
              <a:gd name="p0x223" fmla="*/ 25 w 5963"/>
              <a:gd name="p0y223" fmla="*/ 11 h 419"/>
              <a:gd name="p0x224" fmla="*/ 26 w 5963"/>
              <a:gd name="p0y224" fmla="*/ 10 h 419"/>
              <a:gd name="p0x225" fmla="*/ 27 w 5963"/>
              <a:gd name="p0y225" fmla="*/ 9 h 419"/>
              <a:gd name="p0x226" fmla="*/ 28 w 5963"/>
              <a:gd name="p0y226" fmla="*/ 8 h 419"/>
              <a:gd name="p0x227" fmla="*/ 30 w 5963"/>
              <a:gd name="p0y227" fmla="*/ 7 h 419"/>
              <a:gd name="p0x228" fmla="*/ 31 w 5963"/>
              <a:gd name="p0y228" fmla="*/ 7 h 419"/>
              <a:gd name="p0x229" fmla="*/ 32 w 5963"/>
              <a:gd name="p0y229" fmla="*/ 6 h 419"/>
              <a:gd name="p0x230" fmla="*/ 34 w 5963"/>
              <a:gd name="p0y230" fmla="*/ 5 h 419"/>
              <a:gd name="p0x231" fmla="*/ 35 w 5963"/>
              <a:gd name="p0y231" fmla="*/ 5 h 419"/>
              <a:gd name="p0x232" fmla="*/ 36 w 5963"/>
              <a:gd name="p0y232" fmla="*/ 4 h 419"/>
              <a:gd name="p0x233" fmla="*/ 38 w 5963"/>
              <a:gd name="p0y233" fmla="*/ 3 h 419"/>
              <a:gd name="p0x234" fmla="*/ 39 w 5963"/>
              <a:gd name="p0y234" fmla="*/ 3 h 419"/>
              <a:gd name="p0x235" fmla="*/ 41 w 5963"/>
              <a:gd name="p0y235" fmla="*/ 2 h 419"/>
              <a:gd name="p0x236" fmla="*/ 42 w 5963"/>
              <a:gd name="p0y236" fmla="*/ 2 h 419"/>
              <a:gd name="p0x237" fmla="*/ 44 w 5963"/>
              <a:gd name="p0y237" fmla="*/ 2 h 419"/>
              <a:gd name="p0x238" fmla="*/ 45 w 5963"/>
              <a:gd name="p0y238" fmla="*/ 1 h 419"/>
              <a:gd name="p0x239" fmla="*/ 47 w 5963"/>
              <a:gd name="p0y239" fmla="*/ 1 h 419"/>
              <a:gd name="p0x240" fmla="*/ 48 w 5963"/>
              <a:gd name="p0y240" fmla="*/ 1 h 419"/>
              <a:gd name="p0x241" fmla="*/ 50 w 5963"/>
              <a:gd name="p0y241" fmla="*/ 0 h 419"/>
              <a:gd name="p0x242" fmla="*/ 51 w 5963"/>
              <a:gd name="p0y242" fmla="*/ 0 h 419"/>
              <a:gd name="p0x243" fmla="*/ 53 w 5963"/>
              <a:gd name="p0y243" fmla="*/ 0 h 419"/>
              <a:gd name="p0x244" fmla="*/ 55 w 5963"/>
              <a:gd name="p0y244" fmla="*/ 0 h 419"/>
              <a:gd name="p0x245" fmla="*/ 56 w 5963"/>
              <a:gd name="p0y245" fmla="*/ 0 h 419"/>
              <a:gd name="p0x246" fmla="*/ 58 w 5963"/>
              <a:gd name="p0y246" fmla="*/ 0 h 419"/>
              <a:gd name="p0x247" fmla="*/ 60 w 5963"/>
              <a:gd name="p0y247" fmla="*/ 0 h 419"/>
              <a:gd name="p0x248" fmla="*/ 5903 w 5963"/>
              <a:gd name="p0y248" fmla="*/ 0 h 4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lnTo>
                  <a:pt x="p0x8" y="p0y8"/>
                </a:lnTo>
                <a:lnTo>
                  <a:pt x="p0x9" y="p0y9"/>
                </a:lnTo>
                <a:lnTo>
                  <a:pt x="p0x10" y="p0y10"/>
                </a:lnTo>
                <a:lnTo>
                  <a:pt x="p0x11" y="p0y11"/>
                </a:lnTo>
                <a:lnTo>
                  <a:pt x="p0x12" y="p0y12"/>
                </a:lnTo>
                <a:lnTo>
                  <a:pt x="p0x13" y="p0y13"/>
                </a:lnTo>
                <a:lnTo>
                  <a:pt x="p0x14" y="p0y14"/>
                </a:lnTo>
                <a:lnTo>
                  <a:pt x="p0x15" y="p0y15"/>
                </a:lnTo>
                <a:lnTo>
                  <a:pt x="p0x16" y="p0y16"/>
                </a:lnTo>
                <a:lnTo>
                  <a:pt x="p0x17" y="p0y17"/>
                </a:lnTo>
                <a:lnTo>
                  <a:pt x="p0x18" y="p0y18"/>
                </a:lnTo>
                <a:lnTo>
                  <a:pt x="p0x19" y="p0y19"/>
                </a:lnTo>
                <a:lnTo>
                  <a:pt x="p0x20" y="p0y20"/>
                </a:lnTo>
                <a:lnTo>
                  <a:pt x="p0x21" y="p0y21"/>
                </a:lnTo>
                <a:lnTo>
                  <a:pt x="p0x22" y="p0y22"/>
                </a:lnTo>
                <a:lnTo>
                  <a:pt x="p0x23" y="p0y23"/>
                </a:lnTo>
                <a:lnTo>
                  <a:pt x="p0x24" y="p0y24"/>
                </a:lnTo>
                <a:lnTo>
                  <a:pt x="p0x25" y="p0y25"/>
                </a:lnTo>
                <a:lnTo>
                  <a:pt x="p0x26" y="p0y26"/>
                </a:lnTo>
                <a:lnTo>
                  <a:pt x="p0x27" y="p0y27"/>
                </a:lnTo>
                <a:lnTo>
                  <a:pt x="p0x28" y="p0y28"/>
                </a:lnTo>
                <a:lnTo>
                  <a:pt x="p0x29" y="p0y29"/>
                </a:lnTo>
                <a:lnTo>
                  <a:pt x="p0x30" y="p0y30"/>
                </a:lnTo>
                <a:lnTo>
                  <a:pt x="p0x31" y="p0y31"/>
                </a:lnTo>
                <a:lnTo>
                  <a:pt x="p0x32" y="p0y32"/>
                </a:lnTo>
                <a:lnTo>
                  <a:pt x="p0x33" y="p0y33"/>
                </a:lnTo>
                <a:lnTo>
                  <a:pt x="p0x34" y="p0y34"/>
                </a:lnTo>
                <a:lnTo>
                  <a:pt x="p0x35" y="p0y35"/>
                </a:lnTo>
                <a:lnTo>
                  <a:pt x="p0x36" y="p0y36"/>
                </a:lnTo>
                <a:lnTo>
                  <a:pt x="p0x37" y="p0y37"/>
                </a:lnTo>
                <a:lnTo>
                  <a:pt x="p0x38" y="p0y38"/>
                </a:lnTo>
                <a:lnTo>
                  <a:pt x="p0x39" y="p0y39"/>
                </a:lnTo>
                <a:lnTo>
                  <a:pt x="p0x40" y="p0y40"/>
                </a:lnTo>
                <a:lnTo>
                  <a:pt x="p0x41" y="p0y41"/>
                </a:lnTo>
                <a:lnTo>
                  <a:pt x="p0x42" y="p0y42"/>
                </a:lnTo>
                <a:lnTo>
                  <a:pt x="p0x43" y="p0y43"/>
                </a:lnTo>
                <a:lnTo>
                  <a:pt x="p0x44" y="p0y44"/>
                </a:lnTo>
                <a:lnTo>
                  <a:pt x="p0x45" y="p0y45"/>
                </a:lnTo>
                <a:lnTo>
                  <a:pt x="p0x46" y="p0y46"/>
                </a:lnTo>
                <a:lnTo>
                  <a:pt x="p0x47" y="p0y47"/>
                </a:lnTo>
                <a:lnTo>
                  <a:pt x="p0x48" y="p0y48"/>
                </a:lnTo>
                <a:lnTo>
                  <a:pt x="p0x49" y="p0y49"/>
                </a:lnTo>
                <a:lnTo>
                  <a:pt x="p0x50" y="p0y50"/>
                </a:lnTo>
                <a:lnTo>
                  <a:pt x="p0x51" y="p0y51"/>
                </a:lnTo>
                <a:lnTo>
                  <a:pt x="p0x52" y="p0y52"/>
                </a:lnTo>
                <a:lnTo>
                  <a:pt x="p0x53" y="p0y53"/>
                </a:lnTo>
                <a:lnTo>
                  <a:pt x="p0x54" y="p0y54"/>
                </a:lnTo>
                <a:lnTo>
                  <a:pt x="p0x55" y="p0y55"/>
                </a:lnTo>
                <a:lnTo>
                  <a:pt x="p0x56" y="p0y56"/>
                </a:lnTo>
                <a:lnTo>
                  <a:pt x="p0x57" y="p0y57"/>
                </a:lnTo>
                <a:lnTo>
                  <a:pt x="p0x58" y="p0y58"/>
                </a:lnTo>
                <a:lnTo>
                  <a:pt x="p0x59" y="p0y59"/>
                </a:lnTo>
                <a:lnTo>
                  <a:pt x="p0x60" y="p0y60"/>
                </a:lnTo>
                <a:lnTo>
                  <a:pt x="p0x61" y="p0y61"/>
                </a:lnTo>
                <a:lnTo>
                  <a:pt x="p0x62" y="p0y62"/>
                </a:lnTo>
                <a:lnTo>
                  <a:pt x="p0x63" y="p0y63"/>
                </a:lnTo>
                <a:lnTo>
                  <a:pt x="p0x64" y="p0y64"/>
                </a:lnTo>
                <a:lnTo>
                  <a:pt x="p0x65" y="p0y65"/>
                </a:lnTo>
                <a:lnTo>
                  <a:pt x="p0x66" y="p0y66"/>
                </a:lnTo>
                <a:lnTo>
                  <a:pt x="p0x67" y="p0y67"/>
                </a:lnTo>
                <a:lnTo>
                  <a:pt x="p0x68" y="p0y68"/>
                </a:lnTo>
                <a:lnTo>
                  <a:pt x="p0x69" y="p0y69"/>
                </a:lnTo>
                <a:lnTo>
                  <a:pt x="p0x70" y="p0y70"/>
                </a:lnTo>
                <a:lnTo>
                  <a:pt x="p0x71" y="p0y71"/>
                </a:lnTo>
                <a:lnTo>
                  <a:pt x="p0x72" y="p0y72"/>
                </a:lnTo>
                <a:lnTo>
                  <a:pt x="p0x73" y="p0y73"/>
                </a:lnTo>
                <a:lnTo>
                  <a:pt x="p0x74" y="p0y74"/>
                </a:lnTo>
                <a:lnTo>
                  <a:pt x="p0x75" y="p0y75"/>
                </a:lnTo>
                <a:lnTo>
                  <a:pt x="p0x76" y="p0y76"/>
                </a:lnTo>
                <a:lnTo>
                  <a:pt x="p0x77" y="p0y77"/>
                </a:lnTo>
                <a:lnTo>
                  <a:pt x="p0x78" y="p0y78"/>
                </a:lnTo>
                <a:lnTo>
                  <a:pt x="p0x79" y="p0y79"/>
                </a:lnTo>
                <a:lnTo>
                  <a:pt x="p0x80" y="p0y80"/>
                </a:lnTo>
                <a:lnTo>
                  <a:pt x="p0x81" y="p0y81"/>
                </a:lnTo>
                <a:lnTo>
                  <a:pt x="p0x82" y="p0y82"/>
                </a:lnTo>
                <a:lnTo>
                  <a:pt x="p0x83" y="p0y83"/>
                </a:lnTo>
                <a:lnTo>
                  <a:pt x="p0x84" y="p0y84"/>
                </a:lnTo>
                <a:lnTo>
                  <a:pt x="p0x85" y="p0y85"/>
                </a:lnTo>
                <a:lnTo>
                  <a:pt x="p0x86" y="p0y86"/>
                </a:lnTo>
                <a:lnTo>
                  <a:pt x="p0x87" y="p0y87"/>
                </a:lnTo>
                <a:lnTo>
                  <a:pt x="p0x88" y="p0y88"/>
                </a:lnTo>
                <a:lnTo>
                  <a:pt x="p0x89" y="p0y89"/>
                </a:lnTo>
                <a:lnTo>
                  <a:pt x="p0x90" y="p0y90"/>
                </a:lnTo>
                <a:lnTo>
                  <a:pt x="p0x91" y="p0y91"/>
                </a:lnTo>
                <a:lnTo>
                  <a:pt x="p0x92" y="p0y92"/>
                </a:lnTo>
                <a:lnTo>
                  <a:pt x="p0x93" y="p0y93"/>
                </a:lnTo>
                <a:lnTo>
                  <a:pt x="p0x94" y="p0y94"/>
                </a:lnTo>
                <a:lnTo>
                  <a:pt x="p0x95" y="p0y95"/>
                </a:lnTo>
                <a:lnTo>
                  <a:pt x="p0x96" y="p0y96"/>
                </a:lnTo>
                <a:lnTo>
                  <a:pt x="p0x97" y="p0y97"/>
                </a:lnTo>
                <a:lnTo>
                  <a:pt x="p0x98" y="p0y98"/>
                </a:lnTo>
                <a:lnTo>
                  <a:pt x="p0x99" y="p0y99"/>
                </a:lnTo>
                <a:lnTo>
                  <a:pt x="p0x100" y="p0y100"/>
                </a:lnTo>
                <a:lnTo>
                  <a:pt x="p0x101" y="p0y101"/>
                </a:lnTo>
                <a:lnTo>
                  <a:pt x="p0x102" y="p0y102"/>
                </a:lnTo>
                <a:lnTo>
                  <a:pt x="p0x103" y="p0y103"/>
                </a:lnTo>
                <a:lnTo>
                  <a:pt x="p0x104" y="p0y104"/>
                </a:lnTo>
                <a:lnTo>
                  <a:pt x="p0x105" y="p0y105"/>
                </a:lnTo>
                <a:lnTo>
                  <a:pt x="p0x106" y="p0y106"/>
                </a:lnTo>
                <a:lnTo>
                  <a:pt x="p0x107" y="p0y107"/>
                </a:lnTo>
                <a:lnTo>
                  <a:pt x="p0x108" y="p0y108"/>
                </a:lnTo>
                <a:lnTo>
                  <a:pt x="p0x109" y="p0y109"/>
                </a:lnTo>
                <a:lnTo>
                  <a:pt x="p0x110" y="p0y110"/>
                </a:lnTo>
                <a:lnTo>
                  <a:pt x="p0x111" y="p0y111"/>
                </a:lnTo>
                <a:lnTo>
                  <a:pt x="p0x112" y="p0y112"/>
                </a:lnTo>
                <a:lnTo>
                  <a:pt x="p0x113" y="p0y113"/>
                </a:lnTo>
                <a:lnTo>
                  <a:pt x="p0x114" y="p0y114"/>
                </a:lnTo>
                <a:lnTo>
                  <a:pt x="p0x115" y="p0y115"/>
                </a:lnTo>
                <a:lnTo>
                  <a:pt x="p0x116" y="p0y116"/>
                </a:lnTo>
                <a:lnTo>
                  <a:pt x="p0x117" y="p0y117"/>
                </a:lnTo>
                <a:lnTo>
                  <a:pt x="p0x118" y="p0y118"/>
                </a:lnTo>
                <a:lnTo>
                  <a:pt x="p0x119" y="p0y119"/>
                </a:lnTo>
                <a:lnTo>
                  <a:pt x="p0x120" y="p0y120"/>
                </a:lnTo>
                <a:lnTo>
                  <a:pt x="p0x121" y="p0y121"/>
                </a:lnTo>
                <a:lnTo>
                  <a:pt x="p0x122" y="p0y122"/>
                </a:lnTo>
                <a:lnTo>
                  <a:pt x="p0x123" y="p0y123"/>
                </a:lnTo>
                <a:lnTo>
                  <a:pt x="p0x124" y="p0y124"/>
                </a:lnTo>
                <a:lnTo>
                  <a:pt x="p0x125" y="p0y125"/>
                </a:lnTo>
                <a:lnTo>
                  <a:pt x="p0x126" y="p0y126"/>
                </a:lnTo>
                <a:lnTo>
                  <a:pt x="p0x127" y="p0y127"/>
                </a:lnTo>
                <a:lnTo>
                  <a:pt x="p0x128" y="p0y128"/>
                </a:lnTo>
                <a:lnTo>
                  <a:pt x="p0x129" y="p0y129"/>
                </a:lnTo>
                <a:lnTo>
                  <a:pt x="p0x130" y="p0y130"/>
                </a:lnTo>
                <a:lnTo>
                  <a:pt x="p0x131" y="p0y131"/>
                </a:lnTo>
                <a:lnTo>
                  <a:pt x="p0x132" y="p0y132"/>
                </a:lnTo>
                <a:lnTo>
                  <a:pt x="p0x133" y="p0y133"/>
                </a:lnTo>
                <a:lnTo>
                  <a:pt x="p0x134" y="p0y134"/>
                </a:lnTo>
                <a:lnTo>
                  <a:pt x="p0x135" y="p0y135"/>
                </a:lnTo>
                <a:lnTo>
                  <a:pt x="p0x136" y="p0y136"/>
                </a:lnTo>
                <a:lnTo>
                  <a:pt x="p0x137" y="p0y137"/>
                </a:lnTo>
                <a:lnTo>
                  <a:pt x="p0x138" y="p0y138"/>
                </a:lnTo>
                <a:lnTo>
                  <a:pt x="p0x139" y="p0y139"/>
                </a:lnTo>
                <a:lnTo>
                  <a:pt x="p0x140" y="p0y140"/>
                </a:lnTo>
                <a:lnTo>
                  <a:pt x="p0x141" y="p0y141"/>
                </a:lnTo>
                <a:lnTo>
                  <a:pt x="p0x142" y="p0y142"/>
                </a:lnTo>
                <a:lnTo>
                  <a:pt x="p0x143" y="p0y143"/>
                </a:lnTo>
                <a:lnTo>
                  <a:pt x="p0x144" y="p0y144"/>
                </a:lnTo>
                <a:lnTo>
                  <a:pt x="p0x145" y="p0y145"/>
                </a:lnTo>
                <a:lnTo>
                  <a:pt x="p0x146" y="p0y146"/>
                </a:lnTo>
                <a:lnTo>
                  <a:pt x="p0x147" y="p0y147"/>
                </a:lnTo>
                <a:lnTo>
                  <a:pt x="p0x148" y="p0y148"/>
                </a:lnTo>
                <a:lnTo>
                  <a:pt x="p0x149" y="p0y149"/>
                </a:lnTo>
                <a:lnTo>
                  <a:pt x="p0x150" y="p0y150"/>
                </a:lnTo>
                <a:lnTo>
                  <a:pt x="p0x151" y="p0y151"/>
                </a:lnTo>
                <a:lnTo>
                  <a:pt x="p0x152" y="p0y152"/>
                </a:lnTo>
                <a:lnTo>
                  <a:pt x="p0x153" y="p0y153"/>
                </a:lnTo>
                <a:lnTo>
                  <a:pt x="p0x154" y="p0y154"/>
                </a:lnTo>
                <a:lnTo>
                  <a:pt x="p0x155" y="p0y155"/>
                </a:lnTo>
                <a:lnTo>
                  <a:pt x="p0x156" y="p0y156"/>
                </a:lnTo>
                <a:lnTo>
                  <a:pt x="p0x157" y="p0y157"/>
                </a:lnTo>
                <a:lnTo>
                  <a:pt x="p0x158" y="p0y158"/>
                </a:lnTo>
                <a:lnTo>
                  <a:pt x="p0x159" y="p0y159"/>
                </a:lnTo>
                <a:lnTo>
                  <a:pt x="p0x160" y="p0y160"/>
                </a:lnTo>
                <a:lnTo>
                  <a:pt x="p0x161" y="p0y161"/>
                </a:lnTo>
                <a:lnTo>
                  <a:pt x="p0x162" y="p0y162"/>
                </a:lnTo>
                <a:lnTo>
                  <a:pt x="p0x163" y="p0y163"/>
                </a:lnTo>
                <a:lnTo>
                  <a:pt x="p0x164" y="p0y164"/>
                </a:lnTo>
                <a:lnTo>
                  <a:pt x="p0x165" y="p0y165"/>
                </a:lnTo>
                <a:lnTo>
                  <a:pt x="p0x166" y="p0y166"/>
                </a:lnTo>
                <a:lnTo>
                  <a:pt x="p0x167" y="p0y167"/>
                </a:lnTo>
                <a:lnTo>
                  <a:pt x="p0x168" y="p0y168"/>
                </a:lnTo>
                <a:lnTo>
                  <a:pt x="p0x169" y="p0y169"/>
                </a:lnTo>
                <a:lnTo>
                  <a:pt x="p0x170" y="p0y170"/>
                </a:lnTo>
                <a:lnTo>
                  <a:pt x="p0x171" y="p0y171"/>
                </a:lnTo>
                <a:lnTo>
                  <a:pt x="p0x172" y="p0y172"/>
                </a:lnTo>
                <a:lnTo>
                  <a:pt x="p0x173" y="p0y173"/>
                </a:lnTo>
                <a:lnTo>
                  <a:pt x="p0x174" y="p0y174"/>
                </a:lnTo>
                <a:lnTo>
                  <a:pt x="p0x175" y="p0y175"/>
                </a:lnTo>
                <a:lnTo>
                  <a:pt x="p0x176" y="p0y176"/>
                </a:lnTo>
                <a:lnTo>
                  <a:pt x="p0x177" y="p0y177"/>
                </a:lnTo>
                <a:lnTo>
                  <a:pt x="p0x178" y="p0y178"/>
                </a:lnTo>
                <a:lnTo>
                  <a:pt x="p0x179" y="p0y179"/>
                </a:lnTo>
                <a:lnTo>
                  <a:pt x="p0x180" y="p0y180"/>
                </a:lnTo>
                <a:lnTo>
                  <a:pt x="p0x181" y="p0y181"/>
                </a:lnTo>
                <a:lnTo>
                  <a:pt x="p0x182" y="p0y182"/>
                </a:lnTo>
                <a:lnTo>
                  <a:pt x="p0x183" y="p0y183"/>
                </a:lnTo>
                <a:lnTo>
                  <a:pt x="p0x184" y="p0y184"/>
                </a:lnTo>
                <a:lnTo>
                  <a:pt x="p0x185" y="p0y185"/>
                </a:lnTo>
                <a:lnTo>
                  <a:pt x="p0x186" y="p0y186"/>
                </a:lnTo>
                <a:lnTo>
                  <a:pt x="p0x187" y="p0y187"/>
                </a:lnTo>
                <a:lnTo>
                  <a:pt x="p0x188" y="p0y188"/>
                </a:lnTo>
                <a:lnTo>
                  <a:pt x="p0x189" y="p0y189"/>
                </a:lnTo>
                <a:lnTo>
                  <a:pt x="p0x190" y="p0y190"/>
                </a:lnTo>
                <a:lnTo>
                  <a:pt x="p0x191" y="p0y191"/>
                </a:lnTo>
                <a:lnTo>
                  <a:pt x="p0x192" y="p0y192"/>
                </a:lnTo>
                <a:lnTo>
                  <a:pt x="p0x193" y="p0y193"/>
                </a:lnTo>
                <a:lnTo>
                  <a:pt x="p0x194" y="p0y194"/>
                </a:lnTo>
                <a:lnTo>
                  <a:pt x="p0x195" y="p0y195"/>
                </a:lnTo>
                <a:lnTo>
                  <a:pt x="p0x196" y="p0y196"/>
                </a:lnTo>
                <a:lnTo>
                  <a:pt x="p0x197" y="p0y197"/>
                </a:lnTo>
                <a:lnTo>
                  <a:pt x="p0x198" y="p0y198"/>
                </a:lnTo>
                <a:lnTo>
                  <a:pt x="p0x199" y="p0y199"/>
                </a:lnTo>
                <a:lnTo>
                  <a:pt x="p0x200" y="p0y200"/>
                </a:lnTo>
                <a:lnTo>
                  <a:pt x="p0x201" y="p0y201"/>
                </a:lnTo>
                <a:lnTo>
                  <a:pt x="p0x202" y="p0y202"/>
                </a:lnTo>
                <a:lnTo>
                  <a:pt x="p0x203" y="p0y203"/>
                </a:lnTo>
                <a:lnTo>
                  <a:pt x="p0x204" y="p0y204"/>
                </a:lnTo>
                <a:lnTo>
                  <a:pt x="p0x205" y="p0y205"/>
                </a:lnTo>
                <a:lnTo>
                  <a:pt x="p0x206" y="p0y206"/>
                </a:lnTo>
                <a:lnTo>
                  <a:pt x="p0x207" y="p0y207"/>
                </a:lnTo>
                <a:lnTo>
                  <a:pt x="p0x208" y="p0y208"/>
                </a:lnTo>
                <a:lnTo>
                  <a:pt x="p0x209" y="p0y209"/>
                </a:lnTo>
                <a:lnTo>
                  <a:pt x="p0x210" y="p0y210"/>
                </a:lnTo>
                <a:lnTo>
                  <a:pt x="p0x211" y="p0y211"/>
                </a:lnTo>
                <a:lnTo>
                  <a:pt x="p0x212" y="p0y212"/>
                </a:lnTo>
                <a:lnTo>
                  <a:pt x="p0x213" y="p0y213"/>
                </a:lnTo>
                <a:lnTo>
                  <a:pt x="p0x214" y="p0y214"/>
                </a:lnTo>
                <a:lnTo>
                  <a:pt x="p0x215" y="p0y215"/>
                </a:lnTo>
                <a:lnTo>
                  <a:pt x="p0x216" y="p0y216"/>
                </a:lnTo>
                <a:lnTo>
                  <a:pt x="p0x217" y="p0y217"/>
                </a:lnTo>
                <a:lnTo>
                  <a:pt x="p0x218" y="p0y218"/>
                </a:lnTo>
                <a:lnTo>
                  <a:pt x="p0x219" y="p0y219"/>
                </a:lnTo>
                <a:lnTo>
                  <a:pt x="p0x220" y="p0y220"/>
                </a:lnTo>
                <a:lnTo>
                  <a:pt x="p0x221" y="p0y221"/>
                </a:lnTo>
                <a:lnTo>
                  <a:pt x="p0x222" y="p0y222"/>
                </a:lnTo>
                <a:lnTo>
                  <a:pt x="p0x223" y="p0y223"/>
                </a:lnTo>
                <a:lnTo>
                  <a:pt x="p0x224" y="p0y224"/>
                </a:lnTo>
                <a:lnTo>
                  <a:pt x="p0x225" y="p0y225"/>
                </a:lnTo>
                <a:lnTo>
                  <a:pt x="p0x226" y="p0y226"/>
                </a:lnTo>
                <a:lnTo>
                  <a:pt x="p0x227" y="p0y227"/>
                </a:lnTo>
                <a:lnTo>
                  <a:pt x="p0x228" y="p0y228"/>
                </a:lnTo>
                <a:lnTo>
                  <a:pt x="p0x229" y="p0y229"/>
                </a:lnTo>
                <a:lnTo>
                  <a:pt x="p0x230" y="p0y230"/>
                </a:lnTo>
                <a:lnTo>
                  <a:pt x="p0x231" y="p0y231"/>
                </a:lnTo>
                <a:lnTo>
                  <a:pt x="p0x232" y="p0y232"/>
                </a:lnTo>
                <a:lnTo>
                  <a:pt x="p0x233" y="p0y233"/>
                </a:lnTo>
                <a:lnTo>
                  <a:pt x="p0x234" y="p0y234"/>
                </a:lnTo>
                <a:lnTo>
                  <a:pt x="p0x235" y="p0y235"/>
                </a:lnTo>
                <a:lnTo>
                  <a:pt x="p0x236" y="p0y236"/>
                </a:lnTo>
                <a:lnTo>
                  <a:pt x="p0x237" y="p0y237"/>
                </a:lnTo>
                <a:lnTo>
                  <a:pt x="p0x238" y="p0y238"/>
                </a:lnTo>
                <a:lnTo>
                  <a:pt x="p0x239" y="p0y239"/>
                </a:lnTo>
                <a:lnTo>
                  <a:pt x="p0x240" y="p0y240"/>
                </a:lnTo>
                <a:lnTo>
                  <a:pt x="p0x241" y="p0y241"/>
                </a:lnTo>
                <a:lnTo>
                  <a:pt x="p0x242" y="p0y242"/>
                </a:lnTo>
                <a:lnTo>
                  <a:pt x="p0x243" y="p0y243"/>
                </a:lnTo>
                <a:lnTo>
                  <a:pt x="p0x244" y="p0y244"/>
                </a:lnTo>
                <a:lnTo>
                  <a:pt x="p0x245" y="p0y245"/>
                </a:lnTo>
                <a:lnTo>
                  <a:pt x="p0x246" y="p0y246"/>
                </a:lnTo>
                <a:lnTo>
                  <a:pt x="p0x247" y="p0y247"/>
                </a:lnTo>
                <a:lnTo>
                  <a:pt x="p0x248" y="p0y248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18"/>
            </p:custDataLst>
          </p:nvPr>
        </p:nvSpPr>
        <p:spPr>
          <a:xfrm>
            <a:off x="2143125" y="5352040"/>
            <a:ext cx="1114425" cy="19907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内容试运营与优化</a:t>
            </a:r>
            <a:endParaRPr sz="9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19"/>
            </p:custDataLst>
          </p:nvPr>
        </p:nvSpPr>
        <p:spPr>
          <a:xfrm>
            <a:off x="695325" y="5819718"/>
            <a:ext cx="133350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r>
              <a:rPr lang="zh-CN" alt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周起</a:t>
            </a:r>
            <a:endParaRPr lang="zh-CN" altLang="en-US"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20"/>
            </p:custDataLst>
          </p:nvPr>
        </p:nvSpPr>
        <p:spPr>
          <a:xfrm>
            <a:off x="2028825" y="5796280"/>
            <a:ext cx="9467850" cy="266700"/>
          </a:xfrm>
          <a:custGeom>
            <a:avLst/>
            <a:gdLst>
              <a:gd name="sw" fmla="*/ 1 w 14910"/>
              <a:gd name="sh" fmla="*/ 1 h 420"/>
              <a:gd name="mins" fmla="min sw sh"/>
              <a:gd name="dsw" fmla="+- 0 sw mins"/>
              <a:gd name="dsh" fmla="+- 0 sh mins"/>
              <a:gd name="p0x0" fmla="*/ 60 w 14910"/>
              <a:gd name="p0y0" fmla="*/ 0 h 420"/>
              <a:gd name="p0x1" fmla="*/ 14850 w 14910"/>
              <a:gd name="p0y1" fmla="*/ 0 h 420"/>
              <a:gd name="p0x2" fmla="*/ 14883 w 14910"/>
              <a:gd name="p0y2" fmla="*/ 0 h 420"/>
              <a:gd name="p0x3" fmla="*/ 14910 w 14910"/>
              <a:gd name="p0y3" fmla="*/ 26 h 420"/>
              <a:gd name="p0x4" fmla="*/ 14910 w 14910"/>
              <a:gd name="p0y4" fmla="*/ 60 h 420"/>
              <a:gd name="p0x5" fmla="*/ 14910 w 14910"/>
              <a:gd name="p0y5" fmla="*/ 360 h 420"/>
              <a:gd name="p0x6" fmla="*/ 14910 w 14910"/>
              <a:gd name="p0y6" fmla="*/ 393 h 420"/>
              <a:gd name="p0x7" fmla="*/ 14883 w 14910"/>
              <a:gd name="p0y7" fmla="*/ 420 h 420"/>
              <a:gd name="p0x8" fmla="*/ 14850 w 14910"/>
              <a:gd name="p0y8" fmla="*/ 420 h 420"/>
              <a:gd name="p0x9" fmla="*/ 60 w 14910"/>
              <a:gd name="p0y9" fmla="*/ 420 h 420"/>
              <a:gd name="p0x10" fmla="*/ 26 w 14910"/>
              <a:gd name="p0y10" fmla="*/ 420 h 420"/>
              <a:gd name="p0x11" fmla="*/ 0 w 14910"/>
              <a:gd name="p0y11" fmla="*/ 393 h 420"/>
              <a:gd name="p0x12" fmla="*/ 0 w 14910"/>
              <a:gd name="p0y12" fmla="*/ 360 h 420"/>
              <a:gd name="p0x13" fmla="*/ 0 w 14910"/>
              <a:gd name="p0y13" fmla="*/ 60 h 420"/>
              <a:gd name="p0x14" fmla="*/ 0 w 14910"/>
              <a:gd name="p0y14" fmla="*/ 26 h 420"/>
              <a:gd name="p0x15" fmla="*/ 26 w 14910"/>
              <a:gd name="p0y15" fmla="*/ 0 h 420"/>
              <a:gd name="p0x16" fmla="*/ 60 w 1491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3F4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>
            <p:custDataLst>
              <p:tags r:id="rId21"/>
            </p:custDataLst>
          </p:nvPr>
        </p:nvSpPr>
        <p:spPr>
          <a:xfrm>
            <a:off x="2028825" y="5796280"/>
            <a:ext cx="9467850" cy="266700"/>
          </a:xfrm>
          <a:custGeom>
            <a:avLst/>
            <a:gdLst>
              <a:gd name="sw" fmla="*/ 1 w 14910"/>
              <a:gd name="sh" fmla="*/ 1 h 419"/>
              <a:gd name="mins" fmla="min sw sh"/>
              <a:gd name="dsw" fmla="+- 0 sw mins"/>
              <a:gd name="dsh" fmla="+- 0 sh mins"/>
              <a:gd name="p0x0" fmla="*/ 14910 w 14910"/>
              <a:gd name="p0y0" fmla="*/ 60 h 419"/>
              <a:gd name="p0x1" fmla="*/ 14910 w 14910"/>
              <a:gd name="p0y1" fmla="*/ 359 h 419"/>
              <a:gd name="p0x2" fmla="*/ 14909 w 14910"/>
              <a:gd name="p0y2" fmla="*/ 361 h 419"/>
              <a:gd name="p0x3" fmla="*/ 14909 w 14910"/>
              <a:gd name="p0y3" fmla="*/ 363 h 419"/>
              <a:gd name="p0x4" fmla="*/ 14909 w 14910"/>
              <a:gd name="p0y4" fmla="*/ 364 h 419"/>
              <a:gd name="p0x5" fmla="*/ 14909 w 14910"/>
              <a:gd name="p0y5" fmla="*/ 366 h 419"/>
              <a:gd name="p0x6" fmla="*/ 14909 w 14910"/>
              <a:gd name="p0y6" fmla="*/ 368 h 419"/>
              <a:gd name="p0x7" fmla="*/ 14909 w 14910"/>
              <a:gd name="p0y7" fmla="*/ 369 h 419"/>
              <a:gd name="p0x8" fmla="*/ 14908 w 14910"/>
              <a:gd name="p0y8" fmla="*/ 371 h 419"/>
              <a:gd name="p0x9" fmla="*/ 14908 w 14910"/>
              <a:gd name="p0y9" fmla="*/ 372 h 419"/>
              <a:gd name="p0x10" fmla="*/ 14908 w 14910"/>
              <a:gd name="p0y10" fmla="*/ 374 h 419"/>
              <a:gd name="p0x11" fmla="*/ 14907 w 14910"/>
              <a:gd name="p0y11" fmla="*/ 375 h 419"/>
              <a:gd name="p0x12" fmla="*/ 14907 w 14910"/>
              <a:gd name="p0y12" fmla="*/ 377 h 419"/>
              <a:gd name="p0x13" fmla="*/ 14907 w 14910"/>
              <a:gd name="p0y13" fmla="*/ 378 h 419"/>
              <a:gd name="p0x14" fmla="*/ 14906 w 14910"/>
              <a:gd name="p0y14" fmla="*/ 380 h 419"/>
              <a:gd name="p0x15" fmla="*/ 14906 w 14910"/>
              <a:gd name="p0y15" fmla="*/ 381 h 419"/>
              <a:gd name="p0x16" fmla="*/ 14905 w 14910"/>
              <a:gd name="p0y16" fmla="*/ 383 h 419"/>
              <a:gd name="p0x17" fmla="*/ 14904 w 14910"/>
              <a:gd name="p0y17" fmla="*/ 384 h 419"/>
              <a:gd name="p0x18" fmla="*/ 14904 w 14910"/>
              <a:gd name="p0y18" fmla="*/ 385 h 419"/>
              <a:gd name="p0x19" fmla="*/ 14903 w 14910"/>
              <a:gd name="p0y19" fmla="*/ 387 h 419"/>
              <a:gd name="p0x20" fmla="*/ 14902 w 14910"/>
              <a:gd name="p0y20" fmla="*/ 388 h 419"/>
              <a:gd name="p0x21" fmla="*/ 14902 w 14910"/>
              <a:gd name="p0y21" fmla="*/ 389 h 419"/>
              <a:gd name="p0x22" fmla="*/ 14901 w 14910"/>
              <a:gd name="p0y22" fmla="*/ 391 h 419"/>
              <a:gd name="p0x23" fmla="*/ 14900 w 14910"/>
              <a:gd name="p0y23" fmla="*/ 392 h 419"/>
              <a:gd name="p0x24" fmla="*/ 14899 w 14910"/>
              <a:gd name="p0y24" fmla="*/ 393 h 419"/>
              <a:gd name="p0x25" fmla="*/ 14898 w 14910"/>
              <a:gd name="p0y25" fmla="*/ 394 h 419"/>
              <a:gd name="p0x26" fmla="*/ 14897 w 14910"/>
              <a:gd name="p0y26" fmla="*/ 396 h 419"/>
              <a:gd name="p0x27" fmla="*/ 14896 w 14910"/>
              <a:gd name="p0y27" fmla="*/ 397 h 419"/>
              <a:gd name="p0x28" fmla="*/ 14895 w 14910"/>
              <a:gd name="p0y28" fmla="*/ 398 h 419"/>
              <a:gd name="p0x29" fmla="*/ 14895 w 14910"/>
              <a:gd name="p0y29" fmla="*/ 399 h 419"/>
              <a:gd name="p0x30" fmla="*/ 14893 w 14910"/>
              <a:gd name="p0y30" fmla="*/ 400 h 419"/>
              <a:gd name="p0x31" fmla="*/ 14892 w 14910"/>
              <a:gd name="p0y31" fmla="*/ 401 h 419"/>
              <a:gd name="p0x32" fmla="*/ 14891 w 14910"/>
              <a:gd name="p0y32" fmla="*/ 402 h 419"/>
              <a:gd name="p0x33" fmla="*/ 14890 w 14910"/>
              <a:gd name="p0y33" fmla="*/ 403 h 419"/>
              <a:gd name="p0x34" fmla="*/ 14889 w 14910"/>
              <a:gd name="p0y34" fmla="*/ 405 h 419"/>
              <a:gd name="p0x35" fmla="*/ 14888 w 14910"/>
              <a:gd name="p0y35" fmla="*/ 405 h 419"/>
              <a:gd name="p0x36" fmla="*/ 14887 w 14910"/>
              <a:gd name="p0y36" fmla="*/ 406 h 419"/>
              <a:gd name="p0x37" fmla="*/ 14886 w 14910"/>
              <a:gd name="p0y37" fmla="*/ 407 h 419"/>
              <a:gd name="p0x38" fmla="*/ 14884 w 14910"/>
              <a:gd name="p0y38" fmla="*/ 408 h 419"/>
              <a:gd name="p0x39" fmla="*/ 14883 w 14910"/>
              <a:gd name="p0y39" fmla="*/ 409 h 419"/>
              <a:gd name="p0x40" fmla="*/ 14882 w 14910"/>
              <a:gd name="p0y40" fmla="*/ 410 h 419"/>
              <a:gd name="p0x41" fmla="*/ 14881 w 14910"/>
              <a:gd name="p0y41" fmla="*/ 411 h 419"/>
              <a:gd name="p0x42" fmla="*/ 14879 w 14910"/>
              <a:gd name="p0y42" fmla="*/ 412 h 419"/>
              <a:gd name="p0x43" fmla="*/ 14878 w 14910"/>
              <a:gd name="p0y43" fmla="*/ 412 h 419"/>
              <a:gd name="p0x44" fmla="*/ 14877 w 14910"/>
              <a:gd name="p0y44" fmla="*/ 413 h 419"/>
              <a:gd name="p0x45" fmla="*/ 14875 w 14910"/>
              <a:gd name="p0y45" fmla="*/ 414 h 419"/>
              <a:gd name="p0x46" fmla="*/ 14874 w 14910"/>
              <a:gd name="p0y46" fmla="*/ 414 h 419"/>
              <a:gd name="p0x47" fmla="*/ 14873 w 14910"/>
              <a:gd name="p0y47" fmla="*/ 415 h 419"/>
              <a:gd name="p0x48" fmla="*/ 14871 w 14910"/>
              <a:gd name="p0y48" fmla="*/ 416 h 419"/>
              <a:gd name="p0x49" fmla="*/ 14870 w 14910"/>
              <a:gd name="p0y49" fmla="*/ 416 h 419"/>
              <a:gd name="p0x50" fmla="*/ 14868 w 14910"/>
              <a:gd name="p0y50" fmla="*/ 417 h 419"/>
              <a:gd name="p0x51" fmla="*/ 14867 w 14910"/>
              <a:gd name="p0y51" fmla="*/ 417 h 419"/>
              <a:gd name="p0x52" fmla="*/ 14865 w 14910"/>
              <a:gd name="p0y52" fmla="*/ 417 h 419"/>
              <a:gd name="p0x53" fmla="*/ 14864 w 14910"/>
              <a:gd name="p0y53" fmla="*/ 418 h 419"/>
              <a:gd name="p0x54" fmla="*/ 14862 w 14910"/>
              <a:gd name="p0y54" fmla="*/ 418 h 419"/>
              <a:gd name="p0x55" fmla="*/ 14861 w 14910"/>
              <a:gd name="p0y55" fmla="*/ 418 h 419"/>
              <a:gd name="p0x56" fmla="*/ 14859 w 14910"/>
              <a:gd name="p0y56" fmla="*/ 419 h 419"/>
              <a:gd name="p0x57" fmla="*/ 14858 w 14910"/>
              <a:gd name="p0y57" fmla="*/ 419 h 419"/>
              <a:gd name="p0x58" fmla="*/ 14856 w 14910"/>
              <a:gd name="p0y58" fmla="*/ 419 h 419"/>
              <a:gd name="p0x59" fmla="*/ 14854 w 14910"/>
              <a:gd name="p0y59" fmla="*/ 419 h 419"/>
              <a:gd name="p0x60" fmla="*/ 14853 w 14910"/>
              <a:gd name="p0y60" fmla="*/ 419 h 419"/>
              <a:gd name="p0x61" fmla="*/ 14851 w 14910"/>
              <a:gd name="p0y61" fmla="*/ 419 h 419"/>
              <a:gd name="p0x62" fmla="*/ 14850 w 14910"/>
              <a:gd name="p0y62" fmla="*/ 419 h 419"/>
              <a:gd name="p0x63" fmla="*/ 60 w 14910"/>
              <a:gd name="p0y63" fmla="*/ 419 h 419"/>
              <a:gd name="p0x64" fmla="*/ 58 w 14910"/>
              <a:gd name="p0y64" fmla="*/ 419 h 419"/>
              <a:gd name="p0x65" fmla="*/ 56 w 14910"/>
              <a:gd name="p0y65" fmla="*/ 419 h 419"/>
              <a:gd name="p0x66" fmla="*/ 55 w 14910"/>
              <a:gd name="p0y66" fmla="*/ 419 h 419"/>
              <a:gd name="p0x67" fmla="*/ 53 w 14910"/>
              <a:gd name="p0y67" fmla="*/ 419 h 419"/>
              <a:gd name="p0x68" fmla="*/ 51 w 14910"/>
              <a:gd name="p0y68" fmla="*/ 419 h 419"/>
              <a:gd name="p0x69" fmla="*/ 50 w 14910"/>
              <a:gd name="p0y69" fmla="*/ 419 h 419"/>
              <a:gd name="p0x70" fmla="*/ 48 w 14910"/>
              <a:gd name="p0y70" fmla="*/ 418 h 419"/>
              <a:gd name="p0x71" fmla="*/ 47 w 14910"/>
              <a:gd name="p0y71" fmla="*/ 418 h 419"/>
              <a:gd name="p0x72" fmla="*/ 45 w 14910"/>
              <a:gd name="p0y72" fmla="*/ 418 h 419"/>
              <a:gd name="p0x73" fmla="*/ 44 w 14910"/>
              <a:gd name="p0y73" fmla="*/ 417 h 419"/>
              <a:gd name="p0x74" fmla="*/ 42 w 14910"/>
              <a:gd name="p0y74" fmla="*/ 417 h 419"/>
              <a:gd name="p0x75" fmla="*/ 41 w 14910"/>
              <a:gd name="p0y75" fmla="*/ 417 h 419"/>
              <a:gd name="p0x76" fmla="*/ 39 w 14910"/>
              <a:gd name="p0y76" fmla="*/ 416 h 419"/>
              <a:gd name="p0x77" fmla="*/ 38 w 14910"/>
              <a:gd name="p0y77" fmla="*/ 416 h 419"/>
              <a:gd name="p0x78" fmla="*/ 36 w 14910"/>
              <a:gd name="p0y78" fmla="*/ 415 h 419"/>
              <a:gd name="p0x79" fmla="*/ 35 w 14910"/>
              <a:gd name="p0y79" fmla="*/ 414 h 419"/>
              <a:gd name="p0x80" fmla="*/ 34 w 14910"/>
              <a:gd name="p0y80" fmla="*/ 414 h 419"/>
              <a:gd name="p0x81" fmla="*/ 32 w 14910"/>
              <a:gd name="p0y81" fmla="*/ 413 h 419"/>
              <a:gd name="p0x82" fmla="*/ 31 w 14910"/>
              <a:gd name="p0y82" fmla="*/ 412 h 419"/>
              <a:gd name="p0x83" fmla="*/ 30 w 14910"/>
              <a:gd name="p0y83" fmla="*/ 412 h 419"/>
              <a:gd name="p0x84" fmla="*/ 28 w 14910"/>
              <a:gd name="p0y84" fmla="*/ 411 h 419"/>
              <a:gd name="p0x85" fmla="*/ 27 w 14910"/>
              <a:gd name="p0y85" fmla="*/ 410 h 419"/>
              <a:gd name="p0x86" fmla="*/ 26 w 14910"/>
              <a:gd name="p0y86" fmla="*/ 409 h 419"/>
              <a:gd name="p0x87" fmla="*/ 25 w 14910"/>
              <a:gd name="p0y87" fmla="*/ 408 h 419"/>
              <a:gd name="p0x88" fmla="*/ 23 w 14910"/>
              <a:gd name="p0y88" fmla="*/ 407 h 419"/>
              <a:gd name="p0x89" fmla="*/ 22 w 14910"/>
              <a:gd name="p0y89" fmla="*/ 406 h 419"/>
              <a:gd name="p0x90" fmla="*/ 21 w 14910"/>
              <a:gd name="p0y90" fmla="*/ 405 h 419"/>
              <a:gd name="p0x91" fmla="*/ 20 w 14910"/>
              <a:gd name="p0y91" fmla="*/ 405 h 419"/>
              <a:gd name="p0x92" fmla="*/ 19 w 14910"/>
              <a:gd name="p0y92" fmla="*/ 403 h 419"/>
              <a:gd name="p0x93" fmla="*/ 18 w 14910"/>
              <a:gd name="p0y93" fmla="*/ 402 h 419"/>
              <a:gd name="p0x94" fmla="*/ 17 w 14910"/>
              <a:gd name="p0y94" fmla="*/ 401 h 419"/>
              <a:gd name="p0x95" fmla="*/ 16 w 14910"/>
              <a:gd name="p0y95" fmla="*/ 400 h 419"/>
              <a:gd name="p0x96" fmla="*/ 14 w 14910"/>
              <a:gd name="p0y96" fmla="*/ 399 h 419"/>
              <a:gd name="p0x97" fmla="*/ 14 w 14910"/>
              <a:gd name="p0y97" fmla="*/ 398 h 419"/>
              <a:gd name="p0x98" fmla="*/ 13 w 14910"/>
              <a:gd name="p0y98" fmla="*/ 397 h 419"/>
              <a:gd name="p0x99" fmla="*/ 12 w 14910"/>
              <a:gd name="p0y99" fmla="*/ 396 h 419"/>
              <a:gd name="p0x100" fmla="*/ 11 w 14910"/>
              <a:gd name="p0y100" fmla="*/ 394 h 419"/>
              <a:gd name="p0x101" fmla="*/ 10 w 14910"/>
              <a:gd name="p0y101" fmla="*/ 393 h 419"/>
              <a:gd name="p0x102" fmla="*/ 9 w 14910"/>
              <a:gd name="p0y102" fmla="*/ 392 h 419"/>
              <a:gd name="p0x103" fmla="*/ 8 w 14910"/>
              <a:gd name="p0y103" fmla="*/ 391 h 419"/>
              <a:gd name="p0x104" fmla="*/ 7 w 14910"/>
              <a:gd name="p0y104" fmla="*/ 389 h 419"/>
              <a:gd name="p0x105" fmla="*/ 7 w 14910"/>
              <a:gd name="p0y105" fmla="*/ 388 h 419"/>
              <a:gd name="p0x106" fmla="*/ 6 w 14910"/>
              <a:gd name="p0y106" fmla="*/ 387 h 419"/>
              <a:gd name="p0x107" fmla="*/ 5 w 14910"/>
              <a:gd name="p0y107" fmla="*/ 385 h 419"/>
              <a:gd name="p0x108" fmla="*/ 5 w 14910"/>
              <a:gd name="p0y108" fmla="*/ 384 h 419"/>
              <a:gd name="p0x109" fmla="*/ 4 w 14910"/>
              <a:gd name="p0y109" fmla="*/ 383 h 419"/>
              <a:gd name="p0x110" fmla="*/ 3 w 14910"/>
              <a:gd name="p0y110" fmla="*/ 381 h 419"/>
              <a:gd name="p0x111" fmla="*/ 3 w 14910"/>
              <a:gd name="p0y111" fmla="*/ 380 h 419"/>
              <a:gd name="p0x112" fmla="*/ 2 w 14910"/>
              <a:gd name="p0y112" fmla="*/ 378 h 419"/>
              <a:gd name="p0x113" fmla="*/ 2 w 14910"/>
              <a:gd name="p0y113" fmla="*/ 377 h 419"/>
              <a:gd name="p0x114" fmla="*/ 2 w 14910"/>
              <a:gd name="p0y114" fmla="*/ 375 h 419"/>
              <a:gd name="p0x115" fmla="*/ 1 w 14910"/>
              <a:gd name="p0y115" fmla="*/ 374 h 419"/>
              <a:gd name="p0x116" fmla="*/ 1 w 14910"/>
              <a:gd name="p0y116" fmla="*/ 372 h 419"/>
              <a:gd name="p0x117" fmla="*/ 1 w 14910"/>
              <a:gd name="p0y117" fmla="*/ 371 h 419"/>
              <a:gd name="p0x118" fmla="*/ 0 w 14910"/>
              <a:gd name="p0y118" fmla="*/ 369 h 419"/>
              <a:gd name="p0x119" fmla="*/ 0 w 14910"/>
              <a:gd name="p0y119" fmla="*/ 368 h 419"/>
              <a:gd name="p0x120" fmla="*/ 0 w 14910"/>
              <a:gd name="p0y120" fmla="*/ 366 h 419"/>
              <a:gd name="p0x121" fmla="*/ 0 w 14910"/>
              <a:gd name="p0y121" fmla="*/ 364 h 419"/>
              <a:gd name="p0x122" fmla="*/ 0 w 14910"/>
              <a:gd name="p0y122" fmla="*/ 363 h 419"/>
              <a:gd name="p0x123" fmla="*/ 0 w 14910"/>
              <a:gd name="p0y123" fmla="*/ 361 h 419"/>
              <a:gd name="p0x124" fmla="*/ 0 w 14910"/>
              <a:gd name="p0y124" fmla="*/ 359 h 419"/>
              <a:gd name="p0x125" fmla="*/ 0 w 14910"/>
              <a:gd name="p0y125" fmla="*/ 60 h 419"/>
              <a:gd name="p0x126" fmla="*/ 0 w 14910"/>
              <a:gd name="p0y126" fmla="*/ 58 h 419"/>
              <a:gd name="p0x127" fmla="*/ 0 w 14910"/>
              <a:gd name="p0y127" fmla="*/ 56 h 419"/>
              <a:gd name="p0x128" fmla="*/ 0 w 14910"/>
              <a:gd name="p0y128" fmla="*/ 55 h 419"/>
              <a:gd name="p0x129" fmla="*/ 0 w 14910"/>
              <a:gd name="p0y129" fmla="*/ 53 h 419"/>
              <a:gd name="p0x130" fmla="*/ 0 w 14910"/>
              <a:gd name="p0y130" fmla="*/ 51 h 419"/>
              <a:gd name="p0x131" fmla="*/ 0 w 14910"/>
              <a:gd name="p0y131" fmla="*/ 50 h 419"/>
              <a:gd name="p0x132" fmla="*/ 1 w 14910"/>
              <a:gd name="p0y132" fmla="*/ 48 h 419"/>
              <a:gd name="p0x133" fmla="*/ 1 w 14910"/>
              <a:gd name="p0y133" fmla="*/ 47 h 419"/>
              <a:gd name="p0x134" fmla="*/ 1 w 14910"/>
              <a:gd name="p0y134" fmla="*/ 45 h 419"/>
              <a:gd name="p0x135" fmla="*/ 2 w 14910"/>
              <a:gd name="p0y135" fmla="*/ 44 h 419"/>
              <a:gd name="p0x136" fmla="*/ 2 w 14910"/>
              <a:gd name="p0y136" fmla="*/ 42 h 419"/>
              <a:gd name="p0x137" fmla="*/ 2 w 14910"/>
              <a:gd name="p0y137" fmla="*/ 41 h 419"/>
              <a:gd name="p0x138" fmla="*/ 3 w 14910"/>
              <a:gd name="p0y138" fmla="*/ 39 h 419"/>
              <a:gd name="p0x139" fmla="*/ 3 w 14910"/>
              <a:gd name="p0y139" fmla="*/ 38 h 419"/>
              <a:gd name="p0x140" fmla="*/ 4 w 14910"/>
              <a:gd name="p0y140" fmla="*/ 36 h 419"/>
              <a:gd name="p0x141" fmla="*/ 5 w 14910"/>
              <a:gd name="p0y141" fmla="*/ 35 h 419"/>
              <a:gd name="p0x142" fmla="*/ 5 w 14910"/>
              <a:gd name="p0y142" fmla="*/ 34 h 419"/>
              <a:gd name="p0x143" fmla="*/ 6 w 14910"/>
              <a:gd name="p0y143" fmla="*/ 32 h 419"/>
              <a:gd name="p0x144" fmla="*/ 7 w 14910"/>
              <a:gd name="p0y144" fmla="*/ 31 h 419"/>
              <a:gd name="p0x145" fmla="*/ 7 w 14910"/>
              <a:gd name="p0y145" fmla="*/ 30 h 419"/>
              <a:gd name="p0x146" fmla="*/ 8 w 14910"/>
              <a:gd name="p0y146" fmla="*/ 28 h 419"/>
              <a:gd name="p0x147" fmla="*/ 9 w 14910"/>
              <a:gd name="p0y147" fmla="*/ 27 h 419"/>
              <a:gd name="p0x148" fmla="*/ 10 w 14910"/>
              <a:gd name="p0y148" fmla="*/ 26 h 419"/>
              <a:gd name="p0x149" fmla="*/ 11 w 14910"/>
              <a:gd name="p0y149" fmla="*/ 25 h 419"/>
              <a:gd name="p0x150" fmla="*/ 12 w 14910"/>
              <a:gd name="p0y150" fmla="*/ 23 h 419"/>
              <a:gd name="p0x151" fmla="*/ 13 w 14910"/>
              <a:gd name="p0y151" fmla="*/ 22 h 419"/>
              <a:gd name="p0x152" fmla="*/ 14 w 14910"/>
              <a:gd name="p0y152" fmla="*/ 21 h 419"/>
              <a:gd name="p0x153" fmla="*/ 14 w 14910"/>
              <a:gd name="p0y153" fmla="*/ 20 h 419"/>
              <a:gd name="p0x154" fmla="*/ 16 w 14910"/>
              <a:gd name="p0y154" fmla="*/ 19 h 419"/>
              <a:gd name="p0x155" fmla="*/ 17 w 14910"/>
              <a:gd name="p0y155" fmla="*/ 18 h 419"/>
              <a:gd name="p0x156" fmla="*/ 18 w 14910"/>
              <a:gd name="p0y156" fmla="*/ 17 h 419"/>
              <a:gd name="p0x157" fmla="*/ 19 w 14910"/>
              <a:gd name="p0y157" fmla="*/ 16 h 419"/>
              <a:gd name="p0x158" fmla="*/ 20 w 14910"/>
              <a:gd name="p0y158" fmla="*/ 14 h 419"/>
              <a:gd name="p0x159" fmla="*/ 21 w 14910"/>
              <a:gd name="p0y159" fmla="*/ 14 h 419"/>
              <a:gd name="p0x160" fmla="*/ 22 w 14910"/>
              <a:gd name="p0y160" fmla="*/ 13 h 419"/>
              <a:gd name="p0x161" fmla="*/ 23 w 14910"/>
              <a:gd name="p0y161" fmla="*/ 12 h 419"/>
              <a:gd name="p0x162" fmla="*/ 25 w 14910"/>
              <a:gd name="p0y162" fmla="*/ 11 h 419"/>
              <a:gd name="p0x163" fmla="*/ 26 w 14910"/>
              <a:gd name="p0y163" fmla="*/ 10 h 419"/>
              <a:gd name="p0x164" fmla="*/ 27 w 14910"/>
              <a:gd name="p0y164" fmla="*/ 9 h 419"/>
              <a:gd name="p0x165" fmla="*/ 28 w 14910"/>
              <a:gd name="p0y165" fmla="*/ 8 h 419"/>
              <a:gd name="p0x166" fmla="*/ 30 w 14910"/>
              <a:gd name="p0y166" fmla="*/ 7 h 419"/>
              <a:gd name="p0x167" fmla="*/ 31 w 14910"/>
              <a:gd name="p0y167" fmla="*/ 7 h 419"/>
              <a:gd name="p0x168" fmla="*/ 32 w 14910"/>
              <a:gd name="p0y168" fmla="*/ 6 h 419"/>
              <a:gd name="p0x169" fmla="*/ 34 w 14910"/>
              <a:gd name="p0y169" fmla="*/ 5 h 419"/>
              <a:gd name="p0x170" fmla="*/ 35 w 14910"/>
              <a:gd name="p0y170" fmla="*/ 5 h 419"/>
              <a:gd name="p0x171" fmla="*/ 36 w 14910"/>
              <a:gd name="p0y171" fmla="*/ 4 h 419"/>
              <a:gd name="p0x172" fmla="*/ 38 w 14910"/>
              <a:gd name="p0y172" fmla="*/ 3 h 419"/>
              <a:gd name="p0x173" fmla="*/ 39 w 14910"/>
              <a:gd name="p0y173" fmla="*/ 3 h 419"/>
              <a:gd name="p0x174" fmla="*/ 41 w 14910"/>
              <a:gd name="p0y174" fmla="*/ 2 h 419"/>
              <a:gd name="p0x175" fmla="*/ 42 w 14910"/>
              <a:gd name="p0y175" fmla="*/ 2 h 419"/>
              <a:gd name="p0x176" fmla="*/ 44 w 14910"/>
              <a:gd name="p0y176" fmla="*/ 2 h 419"/>
              <a:gd name="p0x177" fmla="*/ 45 w 14910"/>
              <a:gd name="p0y177" fmla="*/ 1 h 419"/>
              <a:gd name="p0x178" fmla="*/ 47 w 14910"/>
              <a:gd name="p0y178" fmla="*/ 1 h 419"/>
              <a:gd name="p0x179" fmla="*/ 48 w 14910"/>
              <a:gd name="p0y179" fmla="*/ 1 h 419"/>
              <a:gd name="p0x180" fmla="*/ 50 w 14910"/>
              <a:gd name="p0y180" fmla="*/ 0 h 419"/>
              <a:gd name="p0x181" fmla="*/ 51 w 14910"/>
              <a:gd name="p0y181" fmla="*/ 0 h 419"/>
              <a:gd name="p0x182" fmla="*/ 53 w 14910"/>
              <a:gd name="p0y182" fmla="*/ 0 h 419"/>
              <a:gd name="p0x183" fmla="*/ 55 w 14910"/>
              <a:gd name="p0y183" fmla="*/ 0 h 419"/>
              <a:gd name="p0x184" fmla="*/ 56 w 14910"/>
              <a:gd name="p0y184" fmla="*/ 0 h 419"/>
              <a:gd name="p0x185" fmla="*/ 58 w 14910"/>
              <a:gd name="p0y185" fmla="*/ 0 h 419"/>
              <a:gd name="p0x186" fmla="*/ 60 w 14910"/>
              <a:gd name="p0y186" fmla="*/ 0 h 419"/>
              <a:gd name="p0x187" fmla="*/ 14850 w 14910"/>
              <a:gd name="p0y187" fmla="*/ 0 h 419"/>
              <a:gd name="p0x188" fmla="*/ 14851 w 14910"/>
              <a:gd name="p0y188" fmla="*/ 0 h 419"/>
              <a:gd name="p0x189" fmla="*/ 14853 w 14910"/>
              <a:gd name="p0y189" fmla="*/ 0 h 419"/>
              <a:gd name="p0x190" fmla="*/ 14854 w 14910"/>
              <a:gd name="p0y190" fmla="*/ 0 h 419"/>
              <a:gd name="p0x191" fmla="*/ 14856 w 14910"/>
              <a:gd name="p0y191" fmla="*/ 0 h 419"/>
              <a:gd name="p0x192" fmla="*/ 14858 w 14910"/>
              <a:gd name="p0y192" fmla="*/ 0 h 419"/>
              <a:gd name="p0x193" fmla="*/ 14859 w 14910"/>
              <a:gd name="p0y193" fmla="*/ 0 h 419"/>
              <a:gd name="p0x194" fmla="*/ 14861 w 14910"/>
              <a:gd name="p0y194" fmla="*/ 1 h 419"/>
              <a:gd name="p0x195" fmla="*/ 14862 w 14910"/>
              <a:gd name="p0y195" fmla="*/ 1 h 419"/>
              <a:gd name="p0x196" fmla="*/ 14864 w 14910"/>
              <a:gd name="p0y196" fmla="*/ 1 h 419"/>
              <a:gd name="p0x197" fmla="*/ 14865 w 14910"/>
              <a:gd name="p0y197" fmla="*/ 2 h 419"/>
              <a:gd name="p0x198" fmla="*/ 14867 w 14910"/>
              <a:gd name="p0y198" fmla="*/ 2 h 419"/>
              <a:gd name="p0x199" fmla="*/ 14868 w 14910"/>
              <a:gd name="p0y199" fmla="*/ 2 h 419"/>
              <a:gd name="p0x200" fmla="*/ 14870 w 14910"/>
              <a:gd name="p0y200" fmla="*/ 3 h 419"/>
              <a:gd name="p0x201" fmla="*/ 14871 w 14910"/>
              <a:gd name="p0y201" fmla="*/ 3 h 419"/>
              <a:gd name="p0x202" fmla="*/ 14873 w 14910"/>
              <a:gd name="p0y202" fmla="*/ 4 h 419"/>
              <a:gd name="p0x203" fmla="*/ 14874 w 14910"/>
              <a:gd name="p0y203" fmla="*/ 5 h 419"/>
              <a:gd name="p0x204" fmla="*/ 14875 w 14910"/>
              <a:gd name="p0y204" fmla="*/ 5 h 419"/>
              <a:gd name="p0x205" fmla="*/ 14877 w 14910"/>
              <a:gd name="p0y205" fmla="*/ 6 h 419"/>
              <a:gd name="p0x206" fmla="*/ 14878 w 14910"/>
              <a:gd name="p0y206" fmla="*/ 7 h 419"/>
              <a:gd name="p0x207" fmla="*/ 14879 w 14910"/>
              <a:gd name="p0y207" fmla="*/ 7 h 419"/>
              <a:gd name="p0x208" fmla="*/ 14881 w 14910"/>
              <a:gd name="p0y208" fmla="*/ 8 h 419"/>
              <a:gd name="p0x209" fmla="*/ 14882 w 14910"/>
              <a:gd name="p0y209" fmla="*/ 9 h 419"/>
              <a:gd name="p0x210" fmla="*/ 14883 w 14910"/>
              <a:gd name="p0y210" fmla="*/ 10 h 419"/>
              <a:gd name="p0x211" fmla="*/ 14884 w 14910"/>
              <a:gd name="p0y211" fmla="*/ 11 h 419"/>
              <a:gd name="p0x212" fmla="*/ 14886 w 14910"/>
              <a:gd name="p0y212" fmla="*/ 12 h 419"/>
              <a:gd name="p0x213" fmla="*/ 14887 w 14910"/>
              <a:gd name="p0y213" fmla="*/ 13 h 419"/>
              <a:gd name="p0x214" fmla="*/ 14888 w 14910"/>
              <a:gd name="p0y214" fmla="*/ 14 h 419"/>
              <a:gd name="p0x215" fmla="*/ 14889 w 14910"/>
              <a:gd name="p0y215" fmla="*/ 14 h 419"/>
              <a:gd name="p0x216" fmla="*/ 14890 w 14910"/>
              <a:gd name="p0y216" fmla="*/ 16 h 419"/>
              <a:gd name="p0x217" fmla="*/ 14891 w 14910"/>
              <a:gd name="p0y217" fmla="*/ 17 h 419"/>
              <a:gd name="p0x218" fmla="*/ 14892 w 14910"/>
              <a:gd name="p0y218" fmla="*/ 18 h 419"/>
              <a:gd name="p0x219" fmla="*/ 14893 w 14910"/>
              <a:gd name="p0y219" fmla="*/ 19 h 419"/>
              <a:gd name="p0x220" fmla="*/ 14895 w 14910"/>
              <a:gd name="p0y220" fmla="*/ 20 h 419"/>
              <a:gd name="p0x221" fmla="*/ 14895 w 14910"/>
              <a:gd name="p0y221" fmla="*/ 21 h 419"/>
              <a:gd name="p0x222" fmla="*/ 14896 w 14910"/>
              <a:gd name="p0y222" fmla="*/ 22 h 419"/>
              <a:gd name="p0x223" fmla="*/ 14897 w 14910"/>
              <a:gd name="p0y223" fmla="*/ 23 h 419"/>
              <a:gd name="p0x224" fmla="*/ 14898 w 14910"/>
              <a:gd name="p0y224" fmla="*/ 25 h 419"/>
              <a:gd name="p0x225" fmla="*/ 14899 w 14910"/>
              <a:gd name="p0y225" fmla="*/ 26 h 419"/>
              <a:gd name="p0x226" fmla="*/ 14900 w 14910"/>
              <a:gd name="p0y226" fmla="*/ 27 h 419"/>
              <a:gd name="p0x227" fmla="*/ 14901 w 14910"/>
              <a:gd name="p0y227" fmla="*/ 28 h 419"/>
              <a:gd name="p0x228" fmla="*/ 14902 w 14910"/>
              <a:gd name="p0y228" fmla="*/ 30 h 419"/>
              <a:gd name="p0x229" fmla="*/ 14902 w 14910"/>
              <a:gd name="p0y229" fmla="*/ 31 h 419"/>
              <a:gd name="p0x230" fmla="*/ 14903 w 14910"/>
              <a:gd name="p0y230" fmla="*/ 32 h 419"/>
              <a:gd name="p0x231" fmla="*/ 14904 w 14910"/>
              <a:gd name="p0y231" fmla="*/ 34 h 419"/>
              <a:gd name="p0x232" fmla="*/ 14904 w 14910"/>
              <a:gd name="p0y232" fmla="*/ 35 h 419"/>
              <a:gd name="p0x233" fmla="*/ 14905 w 14910"/>
              <a:gd name="p0y233" fmla="*/ 36 h 419"/>
              <a:gd name="p0x234" fmla="*/ 14906 w 14910"/>
              <a:gd name="p0y234" fmla="*/ 38 h 419"/>
              <a:gd name="p0x235" fmla="*/ 14906 w 14910"/>
              <a:gd name="p0y235" fmla="*/ 39 h 419"/>
              <a:gd name="p0x236" fmla="*/ 14907 w 14910"/>
              <a:gd name="p0y236" fmla="*/ 41 h 419"/>
              <a:gd name="p0x237" fmla="*/ 14907 w 14910"/>
              <a:gd name="p0y237" fmla="*/ 42 h 419"/>
              <a:gd name="p0x238" fmla="*/ 14907 w 14910"/>
              <a:gd name="p0y238" fmla="*/ 44 h 419"/>
              <a:gd name="p0x239" fmla="*/ 14908 w 14910"/>
              <a:gd name="p0y239" fmla="*/ 45 h 419"/>
              <a:gd name="p0x240" fmla="*/ 14908 w 14910"/>
              <a:gd name="p0y240" fmla="*/ 47 h 419"/>
              <a:gd name="p0x241" fmla="*/ 14908 w 14910"/>
              <a:gd name="p0y241" fmla="*/ 48 h 419"/>
              <a:gd name="p0x242" fmla="*/ 14909 w 14910"/>
              <a:gd name="p0y242" fmla="*/ 50 h 419"/>
              <a:gd name="p0x243" fmla="*/ 14909 w 14910"/>
              <a:gd name="p0y243" fmla="*/ 51 h 419"/>
              <a:gd name="p0x244" fmla="*/ 14909 w 14910"/>
              <a:gd name="p0y244" fmla="*/ 53 h 419"/>
              <a:gd name="p0x245" fmla="*/ 14909 w 14910"/>
              <a:gd name="p0y245" fmla="*/ 55 h 419"/>
              <a:gd name="p0x246" fmla="*/ 14909 w 14910"/>
              <a:gd name="p0y246" fmla="*/ 56 h 419"/>
              <a:gd name="p0x247" fmla="*/ 14909 w 14910"/>
              <a:gd name="p0y247" fmla="*/ 58 h 419"/>
              <a:gd name="p0x248" fmla="*/ 14910 w 14910"/>
              <a:gd name="p0y248" fmla="*/ 60 h 4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lnTo>
                  <a:pt x="p0x8" y="p0y8"/>
                </a:lnTo>
                <a:lnTo>
                  <a:pt x="p0x9" y="p0y9"/>
                </a:lnTo>
                <a:lnTo>
                  <a:pt x="p0x10" y="p0y10"/>
                </a:lnTo>
                <a:lnTo>
                  <a:pt x="p0x11" y="p0y11"/>
                </a:lnTo>
                <a:lnTo>
                  <a:pt x="p0x12" y="p0y12"/>
                </a:lnTo>
                <a:lnTo>
                  <a:pt x="p0x13" y="p0y13"/>
                </a:lnTo>
                <a:lnTo>
                  <a:pt x="p0x14" y="p0y14"/>
                </a:lnTo>
                <a:lnTo>
                  <a:pt x="p0x15" y="p0y15"/>
                </a:lnTo>
                <a:lnTo>
                  <a:pt x="p0x16" y="p0y16"/>
                </a:lnTo>
                <a:lnTo>
                  <a:pt x="p0x17" y="p0y17"/>
                </a:lnTo>
                <a:lnTo>
                  <a:pt x="p0x18" y="p0y18"/>
                </a:lnTo>
                <a:lnTo>
                  <a:pt x="p0x19" y="p0y19"/>
                </a:lnTo>
                <a:lnTo>
                  <a:pt x="p0x20" y="p0y20"/>
                </a:lnTo>
                <a:lnTo>
                  <a:pt x="p0x21" y="p0y21"/>
                </a:lnTo>
                <a:lnTo>
                  <a:pt x="p0x22" y="p0y22"/>
                </a:lnTo>
                <a:lnTo>
                  <a:pt x="p0x23" y="p0y23"/>
                </a:lnTo>
                <a:lnTo>
                  <a:pt x="p0x24" y="p0y24"/>
                </a:lnTo>
                <a:lnTo>
                  <a:pt x="p0x25" y="p0y25"/>
                </a:lnTo>
                <a:lnTo>
                  <a:pt x="p0x26" y="p0y26"/>
                </a:lnTo>
                <a:lnTo>
                  <a:pt x="p0x27" y="p0y27"/>
                </a:lnTo>
                <a:lnTo>
                  <a:pt x="p0x28" y="p0y28"/>
                </a:lnTo>
                <a:lnTo>
                  <a:pt x="p0x29" y="p0y29"/>
                </a:lnTo>
                <a:lnTo>
                  <a:pt x="p0x30" y="p0y30"/>
                </a:lnTo>
                <a:lnTo>
                  <a:pt x="p0x31" y="p0y31"/>
                </a:lnTo>
                <a:lnTo>
                  <a:pt x="p0x32" y="p0y32"/>
                </a:lnTo>
                <a:lnTo>
                  <a:pt x="p0x33" y="p0y33"/>
                </a:lnTo>
                <a:lnTo>
                  <a:pt x="p0x34" y="p0y34"/>
                </a:lnTo>
                <a:lnTo>
                  <a:pt x="p0x35" y="p0y35"/>
                </a:lnTo>
                <a:lnTo>
                  <a:pt x="p0x36" y="p0y36"/>
                </a:lnTo>
                <a:lnTo>
                  <a:pt x="p0x37" y="p0y37"/>
                </a:lnTo>
                <a:lnTo>
                  <a:pt x="p0x38" y="p0y38"/>
                </a:lnTo>
                <a:lnTo>
                  <a:pt x="p0x39" y="p0y39"/>
                </a:lnTo>
                <a:lnTo>
                  <a:pt x="p0x40" y="p0y40"/>
                </a:lnTo>
                <a:lnTo>
                  <a:pt x="p0x41" y="p0y41"/>
                </a:lnTo>
                <a:lnTo>
                  <a:pt x="p0x42" y="p0y42"/>
                </a:lnTo>
                <a:lnTo>
                  <a:pt x="p0x43" y="p0y43"/>
                </a:lnTo>
                <a:lnTo>
                  <a:pt x="p0x44" y="p0y44"/>
                </a:lnTo>
                <a:lnTo>
                  <a:pt x="p0x45" y="p0y45"/>
                </a:lnTo>
                <a:lnTo>
                  <a:pt x="p0x46" y="p0y46"/>
                </a:lnTo>
                <a:lnTo>
                  <a:pt x="p0x47" y="p0y47"/>
                </a:lnTo>
                <a:lnTo>
                  <a:pt x="p0x48" y="p0y48"/>
                </a:lnTo>
                <a:lnTo>
                  <a:pt x="p0x49" y="p0y49"/>
                </a:lnTo>
                <a:lnTo>
                  <a:pt x="p0x50" y="p0y50"/>
                </a:lnTo>
                <a:lnTo>
                  <a:pt x="p0x51" y="p0y51"/>
                </a:lnTo>
                <a:lnTo>
                  <a:pt x="p0x52" y="p0y52"/>
                </a:lnTo>
                <a:lnTo>
                  <a:pt x="p0x53" y="p0y53"/>
                </a:lnTo>
                <a:lnTo>
                  <a:pt x="p0x54" y="p0y54"/>
                </a:lnTo>
                <a:lnTo>
                  <a:pt x="p0x55" y="p0y55"/>
                </a:lnTo>
                <a:lnTo>
                  <a:pt x="p0x56" y="p0y56"/>
                </a:lnTo>
                <a:lnTo>
                  <a:pt x="p0x57" y="p0y57"/>
                </a:lnTo>
                <a:lnTo>
                  <a:pt x="p0x58" y="p0y58"/>
                </a:lnTo>
                <a:lnTo>
                  <a:pt x="p0x59" y="p0y59"/>
                </a:lnTo>
                <a:lnTo>
                  <a:pt x="p0x60" y="p0y60"/>
                </a:lnTo>
                <a:lnTo>
                  <a:pt x="p0x61" y="p0y61"/>
                </a:lnTo>
                <a:lnTo>
                  <a:pt x="p0x62" y="p0y62"/>
                </a:lnTo>
                <a:lnTo>
                  <a:pt x="p0x63" y="p0y63"/>
                </a:lnTo>
                <a:lnTo>
                  <a:pt x="p0x64" y="p0y64"/>
                </a:lnTo>
                <a:lnTo>
                  <a:pt x="p0x65" y="p0y65"/>
                </a:lnTo>
                <a:lnTo>
                  <a:pt x="p0x66" y="p0y66"/>
                </a:lnTo>
                <a:lnTo>
                  <a:pt x="p0x67" y="p0y67"/>
                </a:lnTo>
                <a:lnTo>
                  <a:pt x="p0x68" y="p0y68"/>
                </a:lnTo>
                <a:lnTo>
                  <a:pt x="p0x69" y="p0y69"/>
                </a:lnTo>
                <a:lnTo>
                  <a:pt x="p0x70" y="p0y70"/>
                </a:lnTo>
                <a:lnTo>
                  <a:pt x="p0x71" y="p0y71"/>
                </a:lnTo>
                <a:lnTo>
                  <a:pt x="p0x72" y="p0y72"/>
                </a:lnTo>
                <a:lnTo>
                  <a:pt x="p0x73" y="p0y73"/>
                </a:lnTo>
                <a:lnTo>
                  <a:pt x="p0x74" y="p0y74"/>
                </a:lnTo>
                <a:lnTo>
                  <a:pt x="p0x75" y="p0y75"/>
                </a:lnTo>
                <a:lnTo>
                  <a:pt x="p0x76" y="p0y76"/>
                </a:lnTo>
                <a:lnTo>
                  <a:pt x="p0x77" y="p0y77"/>
                </a:lnTo>
                <a:lnTo>
                  <a:pt x="p0x78" y="p0y78"/>
                </a:lnTo>
                <a:lnTo>
                  <a:pt x="p0x79" y="p0y79"/>
                </a:lnTo>
                <a:lnTo>
                  <a:pt x="p0x80" y="p0y80"/>
                </a:lnTo>
                <a:lnTo>
                  <a:pt x="p0x81" y="p0y81"/>
                </a:lnTo>
                <a:lnTo>
                  <a:pt x="p0x82" y="p0y82"/>
                </a:lnTo>
                <a:lnTo>
                  <a:pt x="p0x83" y="p0y83"/>
                </a:lnTo>
                <a:lnTo>
                  <a:pt x="p0x84" y="p0y84"/>
                </a:lnTo>
                <a:lnTo>
                  <a:pt x="p0x85" y="p0y85"/>
                </a:lnTo>
                <a:lnTo>
                  <a:pt x="p0x86" y="p0y86"/>
                </a:lnTo>
                <a:lnTo>
                  <a:pt x="p0x87" y="p0y87"/>
                </a:lnTo>
                <a:lnTo>
                  <a:pt x="p0x88" y="p0y88"/>
                </a:lnTo>
                <a:lnTo>
                  <a:pt x="p0x89" y="p0y89"/>
                </a:lnTo>
                <a:lnTo>
                  <a:pt x="p0x90" y="p0y90"/>
                </a:lnTo>
                <a:lnTo>
                  <a:pt x="p0x91" y="p0y91"/>
                </a:lnTo>
                <a:lnTo>
                  <a:pt x="p0x92" y="p0y92"/>
                </a:lnTo>
                <a:lnTo>
                  <a:pt x="p0x93" y="p0y93"/>
                </a:lnTo>
                <a:lnTo>
                  <a:pt x="p0x94" y="p0y94"/>
                </a:lnTo>
                <a:lnTo>
                  <a:pt x="p0x95" y="p0y95"/>
                </a:lnTo>
                <a:lnTo>
                  <a:pt x="p0x96" y="p0y96"/>
                </a:lnTo>
                <a:lnTo>
                  <a:pt x="p0x97" y="p0y97"/>
                </a:lnTo>
                <a:lnTo>
                  <a:pt x="p0x98" y="p0y98"/>
                </a:lnTo>
                <a:lnTo>
                  <a:pt x="p0x99" y="p0y99"/>
                </a:lnTo>
                <a:lnTo>
                  <a:pt x="p0x100" y="p0y100"/>
                </a:lnTo>
                <a:lnTo>
                  <a:pt x="p0x101" y="p0y101"/>
                </a:lnTo>
                <a:lnTo>
                  <a:pt x="p0x102" y="p0y102"/>
                </a:lnTo>
                <a:lnTo>
                  <a:pt x="p0x103" y="p0y103"/>
                </a:lnTo>
                <a:lnTo>
                  <a:pt x="p0x104" y="p0y104"/>
                </a:lnTo>
                <a:lnTo>
                  <a:pt x="p0x105" y="p0y105"/>
                </a:lnTo>
                <a:lnTo>
                  <a:pt x="p0x106" y="p0y106"/>
                </a:lnTo>
                <a:lnTo>
                  <a:pt x="p0x107" y="p0y107"/>
                </a:lnTo>
                <a:lnTo>
                  <a:pt x="p0x108" y="p0y108"/>
                </a:lnTo>
                <a:lnTo>
                  <a:pt x="p0x109" y="p0y109"/>
                </a:lnTo>
                <a:lnTo>
                  <a:pt x="p0x110" y="p0y110"/>
                </a:lnTo>
                <a:lnTo>
                  <a:pt x="p0x111" y="p0y111"/>
                </a:lnTo>
                <a:lnTo>
                  <a:pt x="p0x112" y="p0y112"/>
                </a:lnTo>
                <a:lnTo>
                  <a:pt x="p0x113" y="p0y113"/>
                </a:lnTo>
                <a:lnTo>
                  <a:pt x="p0x114" y="p0y114"/>
                </a:lnTo>
                <a:lnTo>
                  <a:pt x="p0x115" y="p0y115"/>
                </a:lnTo>
                <a:lnTo>
                  <a:pt x="p0x116" y="p0y116"/>
                </a:lnTo>
                <a:lnTo>
                  <a:pt x="p0x117" y="p0y117"/>
                </a:lnTo>
                <a:lnTo>
                  <a:pt x="p0x118" y="p0y118"/>
                </a:lnTo>
                <a:lnTo>
                  <a:pt x="p0x119" y="p0y119"/>
                </a:lnTo>
                <a:lnTo>
                  <a:pt x="p0x120" y="p0y120"/>
                </a:lnTo>
                <a:lnTo>
                  <a:pt x="p0x121" y="p0y121"/>
                </a:lnTo>
                <a:lnTo>
                  <a:pt x="p0x122" y="p0y122"/>
                </a:lnTo>
                <a:lnTo>
                  <a:pt x="p0x123" y="p0y123"/>
                </a:lnTo>
                <a:lnTo>
                  <a:pt x="p0x124" y="p0y124"/>
                </a:lnTo>
                <a:lnTo>
                  <a:pt x="p0x125" y="p0y125"/>
                </a:lnTo>
                <a:lnTo>
                  <a:pt x="p0x126" y="p0y126"/>
                </a:lnTo>
                <a:lnTo>
                  <a:pt x="p0x127" y="p0y127"/>
                </a:lnTo>
                <a:lnTo>
                  <a:pt x="p0x128" y="p0y128"/>
                </a:lnTo>
                <a:lnTo>
                  <a:pt x="p0x129" y="p0y129"/>
                </a:lnTo>
                <a:lnTo>
                  <a:pt x="p0x130" y="p0y130"/>
                </a:lnTo>
                <a:lnTo>
                  <a:pt x="p0x131" y="p0y131"/>
                </a:lnTo>
                <a:lnTo>
                  <a:pt x="p0x132" y="p0y132"/>
                </a:lnTo>
                <a:lnTo>
                  <a:pt x="p0x133" y="p0y133"/>
                </a:lnTo>
                <a:lnTo>
                  <a:pt x="p0x134" y="p0y134"/>
                </a:lnTo>
                <a:lnTo>
                  <a:pt x="p0x135" y="p0y135"/>
                </a:lnTo>
                <a:lnTo>
                  <a:pt x="p0x136" y="p0y136"/>
                </a:lnTo>
                <a:lnTo>
                  <a:pt x="p0x137" y="p0y137"/>
                </a:lnTo>
                <a:lnTo>
                  <a:pt x="p0x138" y="p0y138"/>
                </a:lnTo>
                <a:lnTo>
                  <a:pt x="p0x139" y="p0y139"/>
                </a:lnTo>
                <a:lnTo>
                  <a:pt x="p0x140" y="p0y140"/>
                </a:lnTo>
                <a:lnTo>
                  <a:pt x="p0x141" y="p0y141"/>
                </a:lnTo>
                <a:lnTo>
                  <a:pt x="p0x142" y="p0y142"/>
                </a:lnTo>
                <a:lnTo>
                  <a:pt x="p0x143" y="p0y143"/>
                </a:lnTo>
                <a:lnTo>
                  <a:pt x="p0x144" y="p0y144"/>
                </a:lnTo>
                <a:lnTo>
                  <a:pt x="p0x145" y="p0y145"/>
                </a:lnTo>
                <a:lnTo>
                  <a:pt x="p0x146" y="p0y146"/>
                </a:lnTo>
                <a:lnTo>
                  <a:pt x="p0x147" y="p0y147"/>
                </a:lnTo>
                <a:lnTo>
                  <a:pt x="p0x148" y="p0y148"/>
                </a:lnTo>
                <a:lnTo>
                  <a:pt x="p0x149" y="p0y149"/>
                </a:lnTo>
                <a:lnTo>
                  <a:pt x="p0x150" y="p0y150"/>
                </a:lnTo>
                <a:lnTo>
                  <a:pt x="p0x151" y="p0y151"/>
                </a:lnTo>
                <a:lnTo>
                  <a:pt x="p0x152" y="p0y152"/>
                </a:lnTo>
                <a:lnTo>
                  <a:pt x="p0x153" y="p0y153"/>
                </a:lnTo>
                <a:lnTo>
                  <a:pt x="p0x154" y="p0y154"/>
                </a:lnTo>
                <a:lnTo>
                  <a:pt x="p0x155" y="p0y155"/>
                </a:lnTo>
                <a:lnTo>
                  <a:pt x="p0x156" y="p0y156"/>
                </a:lnTo>
                <a:lnTo>
                  <a:pt x="p0x157" y="p0y157"/>
                </a:lnTo>
                <a:lnTo>
                  <a:pt x="p0x158" y="p0y158"/>
                </a:lnTo>
                <a:lnTo>
                  <a:pt x="p0x159" y="p0y159"/>
                </a:lnTo>
                <a:lnTo>
                  <a:pt x="p0x160" y="p0y160"/>
                </a:lnTo>
                <a:lnTo>
                  <a:pt x="p0x161" y="p0y161"/>
                </a:lnTo>
                <a:lnTo>
                  <a:pt x="p0x162" y="p0y162"/>
                </a:lnTo>
                <a:lnTo>
                  <a:pt x="p0x163" y="p0y163"/>
                </a:lnTo>
                <a:lnTo>
                  <a:pt x="p0x164" y="p0y164"/>
                </a:lnTo>
                <a:lnTo>
                  <a:pt x="p0x165" y="p0y165"/>
                </a:lnTo>
                <a:lnTo>
                  <a:pt x="p0x166" y="p0y166"/>
                </a:lnTo>
                <a:lnTo>
                  <a:pt x="p0x167" y="p0y167"/>
                </a:lnTo>
                <a:lnTo>
                  <a:pt x="p0x168" y="p0y168"/>
                </a:lnTo>
                <a:lnTo>
                  <a:pt x="p0x169" y="p0y169"/>
                </a:lnTo>
                <a:lnTo>
                  <a:pt x="p0x170" y="p0y170"/>
                </a:lnTo>
                <a:lnTo>
                  <a:pt x="p0x171" y="p0y171"/>
                </a:lnTo>
                <a:lnTo>
                  <a:pt x="p0x172" y="p0y172"/>
                </a:lnTo>
                <a:lnTo>
                  <a:pt x="p0x173" y="p0y173"/>
                </a:lnTo>
                <a:lnTo>
                  <a:pt x="p0x174" y="p0y174"/>
                </a:lnTo>
                <a:lnTo>
                  <a:pt x="p0x175" y="p0y175"/>
                </a:lnTo>
                <a:lnTo>
                  <a:pt x="p0x176" y="p0y176"/>
                </a:lnTo>
                <a:lnTo>
                  <a:pt x="p0x177" y="p0y177"/>
                </a:lnTo>
                <a:lnTo>
                  <a:pt x="p0x178" y="p0y178"/>
                </a:lnTo>
                <a:lnTo>
                  <a:pt x="p0x179" y="p0y179"/>
                </a:lnTo>
                <a:lnTo>
                  <a:pt x="p0x180" y="p0y180"/>
                </a:lnTo>
                <a:lnTo>
                  <a:pt x="p0x181" y="p0y181"/>
                </a:lnTo>
                <a:lnTo>
                  <a:pt x="p0x182" y="p0y182"/>
                </a:lnTo>
                <a:lnTo>
                  <a:pt x="p0x183" y="p0y183"/>
                </a:lnTo>
                <a:lnTo>
                  <a:pt x="p0x184" y="p0y184"/>
                </a:lnTo>
                <a:lnTo>
                  <a:pt x="p0x185" y="p0y185"/>
                </a:lnTo>
                <a:lnTo>
                  <a:pt x="p0x186" y="p0y186"/>
                </a:lnTo>
                <a:lnTo>
                  <a:pt x="p0x187" y="p0y187"/>
                </a:lnTo>
                <a:lnTo>
                  <a:pt x="p0x188" y="p0y188"/>
                </a:lnTo>
                <a:lnTo>
                  <a:pt x="p0x189" y="p0y189"/>
                </a:lnTo>
                <a:lnTo>
                  <a:pt x="p0x190" y="p0y190"/>
                </a:lnTo>
                <a:lnTo>
                  <a:pt x="p0x191" y="p0y191"/>
                </a:lnTo>
                <a:lnTo>
                  <a:pt x="p0x192" y="p0y192"/>
                </a:lnTo>
                <a:lnTo>
                  <a:pt x="p0x193" y="p0y193"/>
                </a:lnTo>
                <a:lnTo>
                  <a:pt x="p0x194" y="p0y194"/>
                </a:lnTo>
                <a:lnTo>
                  <a:pt x="p0x195" y="p0y195"/>
                </a:lnTo>
                <a:lnTo>
                  <a:pt x="p0x196" y="p0y196"/>
                </a:lnTo>
                <a:lnTo>
                  <a:pt x="p0x197" y="p0y197"/>
                </a:lnTo>
                <a:lnTo>
                  <a:pt x="p0x198" y="p0y198"/>
                </a:lnTo>
                <a:lnTo>
                  <a:pt x="p0x199" y="p0y199"/>
                </a:lnTo>
                <a:lnTo>
                  <a:pt x="p0x200" y="p0y200"/>
                </a:lnTo>
                <a:lnTo>
                  <a:pt x="p0x201" y="p0y201"/>
                </a:lnTo>
                <a:lnTo>
                  <a:pt x="p0x202" y="p0y202"/>
                </a:lnTo>
                <a:lnTo>
                  <a:pt x="p0x203" y="p0y203"/>
                </a:lnTo>
                <a:lnTo>
                  <a:pt x="p0x204" y="p0y204"/>
                </a:lnTo>
                <a:lnTo>
                  <a:pt x="p0x205" y="p0y205"/>
                </a:lnTo>
                <a:lnTo>
                  <a:pt x="p0x206" y="p0y206"/>
                </a:lnTo>
                <a:lnTo>
                  <a:pt x="p0x207" y="p0y207"/>
                </a:lnTo>
                <a:lnTo>
                  <a:pt x="p0x208" y="p0y208"/>
                </a:lnTo>
                <a:lnTo>
                  <a:pt x="p0x209" y="p0y209"/>
                </a:lnTo>
                <a:lnTo>
                  <a:pt x="p0x210" y="p0y210"/>
                </a:lnTo>
                <a:lnTo>
                  <a:pt x="p0x211" y="p0y211"/>
                </a:lnTo>
                <a:lnTo>
                  <a:pt x="p0x212" y="p0y212"/>
                </a:lnTo>
                <a:lnTo>
                  <a:pt x="p0x213" y="p0y213"/>
                </a:lnTo>
                <a:lnTo>
                  <a:pt x="p0x214" y="p0y214"/>
                </a:lnTo>
                <a:lnTo>
                  <a:pt x="p0x215" y="p0y215"/>
                </a:lnTo>
                <a:lnTo>
                  <a:pt x="p0x216" y="p0y216"/>
                </a:lnTo>
                <a:lnTo>
                  <a:pt x="p0x217" y="p0y217"/>
                </a:lnTo>
                <a:lnTo>
                  <a:pt x="p0x218" y="p0y218"/>
                </a:lnTo>
                <a:lnTo>
                  <a:pt x="p0x219" y="p0y219"/>
                </a:lnTo>
                <a:lnTo>
                  <a:pt x="p0x220" y="p0y220"/>
                </a:lnTo>
                <a:lnTo>
                  <a:pt x="p0x221" y="p0y221"/>
                </a:lnTo>
                <a:lnTo>
                  <a:pt x="p0x222" y="p0y222"/>
                </a:lnTo>
                <a:lnTo>
                  <a:pt x="p0x223" y="p0y223"/>
                </a:lnTo>
                <a:lnTo>
                  <a:pt x="p0x224" y="p0y224"/>
                </a:lnTo>
                <a:lnTo>
                  <a:pt x="p0x225" y="p0y225"/>
                </a:lnTo>
                <a:lnTo>
                  <a:pt x="p0x226" y="p0y226"/>
                </a:lnTo>
                <a:lnTo>
                  <a:pt x="p0x227" y="p0y227"/>
                </a:lnTo>
                <a:lnTo>
                  <a:pt x="p0x228" y="p0y228"/>
                </a:lnTo>
                <a:lnTo>
                  <a:pt x="p0x229" y="p0y229"/>
                </a:lnTo>
                <a:lnTo>
                  <a:pt x="p0x230" y="p0y230"/>
                </a:lnTo>
                <a:lnTo>
                  <a:pt x="p0x231" y="p0y231"/>
                </a:lnTo>
                <a:lnTo>
                  <a:pt x="p0x232" y="p0y232"/>
                </a:lnTo>
                <a:lnTo>
                  <a:pt x="p0x233" y="p0y233"/>
                </a:lnTo>
                <a:lnTo>
                  <a:pt x="p0x234" y="p0y234"/>
                </a:lnTo>
                <a:lnTo>
                  <a:pt x="p0x235" y="p0y235"/>
                </a:lnTo>
                <a:lnTo>
                  <a:pt x="p0x236" y="p0y236"/>
                </a:lnTo>
                <a:lnTo>
                  <a:pt x="p0x237" y="p0y237"/>
                </a:lnTo>
                <a:lnTo>
                  <a:pt x="p0x238" y="p0y238"/>
                </a:lnTo>
                <a:lnTo>
                  <a:pt x="p0x239" y="p0y239"/>
                </a:lnTo>
                <a:lnTo>
                  <a:pt x="p0x240" y="p0y240"/>
                </a:lnTo>
                <a:lnTo>
                  <a:pt x="p0x241" y="p0y241"/>
                </a:lnTo>
                <a:lnTo>
                  <a:pt x="p0x242" y="p0y242"/>
                </a:lnTo>
                <a:lnTo>
                  <a:pt x="p0x243" y="p0y243"/>
                </a:lnTo>
                <a:lnTo>
                  <a:pt x="p0x244" y="p0y244"/>
                </a:lnTo>
                <a:lnTo>
                  <a:pt x="p0x245" y="p0y245"/>
                </a:lnTo>
                <a:lnTo>
                  <a:pt x="p0x246" y="p0y246"/>
                </a:lnTo>
                <a:lnTo>
                  <a:pt x="p0x247" y="p0y247"/>
                </a:lnTo>
                <a:lnTo>
                  <a:pt x="p0x248" y="p0y248"/>
                </a:lnTo>
                <a:close/>
              </a:path>
            </a:pathLst>
          </a:custGeom>
          <a:gradFill>
            <a:gsLst>
              <a:gs pos="0">
                <a:srgbClr val="2563EB"/>
              </a:gs>
              <a:gs pos="80000">
                <a:srgbClr val="3B82F6"/>
              </a:gs>
              <a:gs pos="100000">
                <a:srgbClr val="60A5FA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22"/>
            </p:custDataLst>
          </p:nvPr>
        </p:nvSpPr>
        <p:spPr>
          <a:xfrm>
            <a:off x="2143125" y="5828290"/>
            <a:ext cx="1114425" cy="19907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规模化运营与增长</a:t>
            </a:r>
            <a:endParaRPr sz="9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23"/>
            </p:custDataLst>
          </p:nvPr>
        </p:nvSpPr>
        <p:spPr>
          <a:xfrm>
            <a:off x="1666875" y="167195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rgbClr val="2563EB"/>
              </a:gs>
              <a:gs pos="100000">
                <a:srgbClr val="10B981"/>
              </a:gs>
            </a:gsLst>
            <a:lin ang="2700000"/>
          </a:gradFill>
          <a:ln w="38100" cmpd="sng">
            <a:solidFill>
              <a:srgbClr val="FFFFFF"/>
            </a:solidFill>
            <a:prstDash val="solid"/>
          </a:ln>
          <a:effectLst>
            <a:outerShdw blurRad="114300" dist="19050" dir="5399999" algn="ctr" rotWithShape="0">
              <a:srgbClr val="2563EB">
                <a:alpha val="3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4"/>
            </p:custDataLst>
          </p:nvPr>
        </p:nvSpPr>
        <p:spPr>
          <a:xfrm>
            <a:off x="1771650" y="1752543"/>
            <a:ext cx="266700" cy="1733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01</a:t>
            </a:r>
            <a:endParaRPr sz="105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25"/>
            </p:custDataLst>
          </p:nvPr>
        </p:nvSpPr>
        <p:spPr>
          <a:xfrm>
            <a:off x="1552575" y="2167833"/>
            <a:ext cx="76200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en-US" sz="15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2026</a:t>
            </a:r>
            <a:r>
              <a:rPr lang="zh-CN" sz="15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</a:t>
            </a:r>
            <a:endParaRPr lang="zh-CN" sz="15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26"/>
            </p:custDataLst>
          </p:nvPr>
        </p:nvSpPr>
        <p:spPr>
          <a:xfrm>
            <a:off x="1240479" y="2500255"/>
            <a:ext cx="1195683" cy="4210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基础能力深化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3.0</a:t>
            </a:r>
            <a:r>
              <a:rPr lang="zh-CN" alt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，客户</a:t>
            </a:r>
            <a:r>
              <a:rPr lang="en-US" altLang="zh-CN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</a:t>
            </a:r>
            <a:r>
              <a:rPr lang="zh-CN" alt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</a:t>
            </a:r>
            <a:endParaRPr lang="zh-CN" altLang="en-US"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27"/>
            </p:custDataLst>
          </p:nvPr>
        </p:nvSpPr>
        <p:spPr>
          <a:xfrm>
            <a:off x="5924550" y="167195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rgbClr val="2563EB"/>
              </a:gs>
              <a:gs pos="100000">
                <a:srgbClr val="10B981"/>
              </a:gs>
            </a:gsLst>
            <a:lin ang="2700000"/>
          </a:gradFill>
          <a:ln w="38100" cmpd="sng">
            <a:solidFill>
              <a:srgbClr val="FFFFFF"/>
            </a:solidFill>
            <a:prstDash val="solid"/>
          </a:ln>
          <a:effectLst>
            <a:outerShdw blurRad="114300" dist="19050" dir="5399999" algn="ctr" rotWithShape="0">
              <a:srgbClr val="2563EB">
                <a:alpha val="3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28"/>
            </p:custDataLst>
          </p:nvPr>
        </p:nvSpPr>
        <p:spPr>
          <a:xfrm>
            <a:off x="6029325" y="1752543"/>
            <a:ext cx="266700" cy="1733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02</a:t>
            </a:r>
            <a:endParaRPr sz="105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29"/>
            </p:custDataLst>
          </p:nvPr>
        </p:nvSpPr>
        <p:spPr>
          <a:xfrm>
            <a:off x="5810250" y="2167833"/>
            <a:ext cx="76200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en-US" sz="15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2027</a:t>
            </a:r>
            <a:r>
              <a:rPr lang="zh-CN" sz="15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</a:t>
            </a:r>
            <a:endParaRPr lang="zh-CN" sz="15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30"/>
            </p:custDataLst>
          </p:nvPr>
        </p:nvSpPr>
        <p:spPr>
          <a:xfrm>
            <a:off x="5345163" y="2500255"/>
            <a:ext cx="1501531" cy="4210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垂直生态构建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lang="zh-CN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行业大模型，客户</a:t>
            </a:r>
            <a:r>
              <a:rPr lang="en-US" altLang="zh-CN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500</a:t>
            </a:r>
            <a:r>
              <a:rPr lang="zh-CN" alt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</a:t>
            </a:r>
            <a:endParaRPr lang="zh-CN" altLang="en-US"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31"/>
            </p:custDataLst>
          </p:nvPr>
        </p:nvSpPr>
        <p:spPr>
          <a:xfrm>
            <a:off x="10182225" y="167195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rgbClr val="2563EB"/>
              </a:gs>
              <a:gs pos="100000">
                <a:srgbClr val="10B981"/>
              </a:gs>
            </a:gsLst>
            <a:lin ang="2700000"/>
          </a:gradFill>
          <a:ln w="38100" cmpd="sng">
            <a:solidFill>
              <a:srgbClr val="FFFFFF"/>
            </a:solidFill>
            <a:prstDash val="solid"/>
          </a:ln>
          <a:effectLst>
            <a:outerShdw blurRad="114300" dist="19050" dir="5399999" algn="ctr" rotWithShape="0">
              <a:srgbClr val="2563EB">
                <a:alpha val="3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32"/>
            </p:custDataLst>
          </p:nvPr>
        </p:nvSpPr>
        <p:spPr>
          <a:xfrm>
            <a:off x="10287000" y="1752543"/>
            <a:ext cx="266700" cy="1733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03</a:t>
            </a:r>
            <a:endParaRPr sz="105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33"/>
            </p:custDataLst>
          </p:nvPr>
        </p:nvSpPr>
        <p:spPr>
          <a:xfrm>
            <a:off x="10067925" y="2167833"/>
            <a:ext cx="76200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en-US" sz="15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2028</a:t>
            </a:r>
            <a:r>
              <a:rPr lang="zh-CN" sz="15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</a:t>
            </a:r>
            <a:endParaRPr lang="zh-CN" sz="15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34"/>
            </p:custDataLst>
          </p:nvPr>
        </p:nvSpPr>
        <p:spPr>
          <a:xfrm>
            <a:off x="9516075" y="2500255"/>
            <a:ext cx="1675209" cy="4210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全球化布局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lang="zh-CN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多语言，国际客户占比</a:t>
            </a:r>
            <a:r>
              <a:rPr lang="en-US" altLang="zh-CN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30%</a:t>
            </a:r>
            <a:endParaRPr lang="en-US" altLang="zh-CN"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3F2FD"/>
            </a:gs>
            <a:gs pos="100000">
              <a:srgbClr val="F5F7FA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457200" y="342900"/>
            <a:ext cx="11277600" cy="536575"/>
            <a:chOff x="720" y="540"/>
            <a:chExt cx="17760" cy="845"/>
          </a:xfrm>
        </p:grpSpPr>
        <p:sp>
          <p:nvSpPr>
            <p:cNvPr id="2" name="任意多边形 1"/>
            <p:cNvSpPr/>
            <p:nvPr>
              <p:custDataLst>
                <p:tags r:id="rId2"/>
              </p:custDataLst>
            </p:nvPr>
          </p:nvSpPr>
          <p:spPr>
            <a:xfrm>
              <a:off x="720" y="540"/>
              <a:ext cx="17760" cy="845"/>
            </a:xfrm>
            <a:custGeom>
              <a:avLst/>
              <a:gdLst>
                <a:gd name="sw" fmla="*/ 1 w 17760"/>
                <a:gd name="sh" fmla="*/ 1 h 845"/>
                <a:gd name="mins" fmla="min sw sh"/>
                <a:gd name="dsw" fmla="+- 0 sw mins"/>
                <a:gd name="dsh" fmla="+- 0 sh mins"/>
                <a:gd name="p0x0" fmla="*/ 0 w 17760"/>
                <a:gd name="p0y0" fmla="*/ 0 h 845"/>
                <a:gd name="p0x1" fmla="*/ 17760 w 17760"/>
                <a:gd name="p0y1" fmla="*/ 0 h 845"/>
                <a:gd name="p0x2" fmla="*/ 17760 w 17760"/>
                <a:gd name="p0y2" fmla="*/ 845 h 845"/>
                <a:gd name="p0x3" fmla="*/ 0 w 17760"/>
                <a:gd name="p0y3" fmla="*/ 845 h 845"/>
                <a:gd name="p0x4" fmla="*/ 0 w 17760"/>
                <a:gd name="p0y4" fmla="*/ 0 h 8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" name="任意多边形 2"/>
            <p:cNvSpPr/>
            <p:nvPr>
              <p:custDataLst>
                <p:tags r:id="rId3"/>
              </p:custDataLst>
            </p:nvPr>
          </p:nvSpPr>
          <p:spPr>
            <a:xfrm>
              <a:off x="720" y="1355"/>
              <a:ext cx="17760" cy="30"/>
            </a:xfrm>
            <a:custGeom>
              <a:avLst/>
              <a:gdLst>
                <a:gd name="sw" fmla="*/ 1 w 17760"/>
                <a:gd name="sh" fmla="*/ 1 h 30"/>
                <a:gd name="mins" fmla="min sw sh"/>
                <a:gd name="dsw" fmla="+- 0 sw mins"/>
                <a:gd name="dsh" fmla="+- 0 sh mins"/>
                <a:gd name="p0x0" fmla="*/ 17760 w 17760"/>
                <a:gd name="p0y0" fmla="*/ 30 h 30"/>
                <a:gd name="p0x1" fmla="*/ 0 w 17760"/>
                <a:gd name="p0y1" fmla="*/ 30 h 30"/>
                <a:gd name="p0x2" fmla="*/ 0 w 17760"/>
                <a:gd name="p0y2" fmla="*/ 0 h 30"/>
                <a:gd name="p0x3" fmla="*/ 17760 w 17760"/>
                <a:gd name="p0y3" fmla="*/ 0 h 30"/>
                <a:gd name="p0x4" fmla="*/ 17760 w 17760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2563EB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457200" y="361950"/>
            <a:ext cx="11277600" cy="3143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预期业务价值与</a:t>
            </a:r>
            <a:r>
              <a:rPr lang="en-US" altLang="zh-CN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ROI</a:t>
            </a: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测算</a:t>
            </a:r>
            <a:endParaRPr lang="zh-CN" altLang="en-US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461645" y="1036955"/>
            <a:ext cx="4314825" cy="3990975"/>
          </a:xfrm>
          <a:prstGeom prst="rect">
            <a:avLst/>
          </a:prstGeom>
          <a:solidFill>
            <a:srgbClr val="FFFFFF"/>
          </a:solidFill>
          <a:ln w="9525" cmpd="sng">
            <a:solidFill>
              <a:srgbClr val="E5E7E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695325" y="1254357"/>
            <a:ext cx="3848100" cy="2800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核心价值体现</a:t>
            </a:r>
            <a:endParaRPr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0" name="组合 9"/>
          <p:cNvGrpSpPr/>
          <p:nvPr>
            <p:custDataLst>
              <p:tags r:id="rId7"/>
            </p:custDataLst>
          </p:nvPr>
        </p:nvGrpSpPr>
        <p:grpSpPr>
          <a:xfrm>
            <a:off x="695325" y="1679575"/>
            <a:ext cx="3848100" cy="807720"/>
            <a:chOff x="1095" y="2645"/>
            <a:chExt cx="6060" cy="1272"/>
          </a:xfrm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grpSpPr>
        <p:sp>
          <p:nvSpPr>
            <p:cNvPr id="8" name="任意多边形 7"/>
            <p:cNvSpPr/>
            <p:nvPr>
              <p:custDataLst>
                <p:tags r:id="rId8"/>
              </p:custDataLst>
            </p:nvPr>
          </p:nvSpPr>
          <p:spPr>
            <a:xfrm>
              <a:off x="1095" y="2645"/>
              <a:ext cx="6060" cy="1272"/>
            </a:xfrm>
            <a:custGeom>
              <a:avLst/>
              <a:gdLst>
                <a:gd name="sw" fmla="*/ 1 w 6060"/>
                <a:gd name="sh" fmla="*/ 1 h 1271"/>
                <a:gd name="mins" fmla="min sw sh"/>
                <a:gd name="dsw" fmla="+- 0 sw mins"/>
                <a:gd name="dsh" fmla="+- 0 sh mins"/>
                <a:gd name="p0x0" fmla="*/ 120 w 6060"/>
                <a:gd name="p0y0" fmla="*/ 0 h 1271"/>
                <a:gd name="p0x1" fmla="*/ 5940 w 6060"/>
                <a:gd name="p0y1" fmla="*/ 0 h 1271"/>
                <a:gd name="p0x2" fmla="*/ 6006 w 6060"/>
                <a:gd name="p0y2" fmla="*/ 0 h 1271"/>
                <a:gd name="p0x3" fmla="*/ 6060 w 6060"/>
                <a:gd name="p0y3" fmla="*/ 53 h 1271"/>
                <a:gd name="p0x4" fmla="*/ 6060 w 6060"/>
                <a:gd name="p0y4" fmla="*/ 120 h 1271"/>
                <a:gd name="p0x5" fmla="*/ 6060 w 6060"/>
                <a:gd name="p0y5" fmla="*/ 1151 h 1271"/>
                <a:gd name="p0x6" fmla="*/ 6060 w 6060"/>
                <a:gd name="p0y6" fmla="*/ 1218 h 1271"/>
                <a:gd name="p0x7" fmla="*/ 6006 w 6060"/>
                <a:gd name="p0y7" fmla="*/ 1271 h 1271"/>
                <a:gd name="p0x8" fmla="*/ 5940 w 6060"/>
                <a:gd name="p0y8" fmla="*/ 1271 h 1271"/>
                <a:gd name="p0x9" fmla="*/ 120 w 6060"/>
                <a:gd name="p0y9" fmla="*/ 1271 h 1271"/>
                <a:gd name="p0x10" fmla="*/ 53 w 6060"/>
                <a:gd name="p0y10" fmla="*/ 1271 h 1271"/>
                <a:gd name="p0x11" fmla="*/ 0 w 6060"/>
                <a:gd name="p0y11" fmla="*/ 1218 h 1271"/>
                <a:gd name="p0x12" fmla="*/ 0 w 6060"/>
                <a:gd name="p0y12" fmla="*/ 1151 h 1271"/>
                <a:gd name="p0x13" fmla="*/ 0 w 6060"/>
                <a:gd name="p0y13" fmla="*/ 120 h 1271"/>
                <a:gd name="p0x14" fmla="*/ 0 w 6060"/>
                <a:gd name="p0y14" fmla="*/ 53 h 1271"/>
                <a:gd name="p0x15" fmla="*/ 53 w 6060"/>
                <a:gd name="p0y15" fmla="*/ 0 h 1271"/>
                <a:gd name="p0x16" fmla="*/ 120 w 6060"/>
                <a:gd name="p0y16" fmla="*/ 0 h 127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9"/>
              </p:custDataLst>
            </p:nvPr>
          </p:nvSpPr>
          <p:spPr>
            <a:xfrm>
              <a:off x="1095" y="2645"/>
              <a:ext cx="120" cy="1272"/>
            </a:xfrm>
            <a:custGeom>
              <a:avLst/>
              <a:gdLst>
                <a:gd name="sw" fmla="*/ 1 w 120"/>
                <a:gd name="sh" fmla="*/ 1 h 1271"/>
                <a:gd name="mins" fmla="min sw sh"/>
                <a:gd name="dsw" fmla="+- 0 sw mins"/>
                <a:gd name="dsh" fmla="+- 0 sh mins"/>
                <a:gd name="p0x0" fmla="*/ 0 w 120"/>
                <a:gd name="p0y0" fmla="*/ 1151 h 1271"/>
                <a:gd name="p0x1" fmla="*/ 0 w 120"/>
                <a:gd name="p0y1" fmla="*/ 120 h 1271"/>
                <a:gd name="p0x2" fmla="*/ 0 w 120"/>
                <a:gd name="p0y2" fmla="*/ 53 h 1271"/>
                <a:gd name="p0x3" fmla="*/ 53 w 120"/>
                <a:gd name="p0y3" fmla="*/ 0 h 1271"/>
                <a:gd name="p0x4" fmla="*/ 120 w 120"/>
                <a:gd name="p0y4" fmla="*/ 0 h 1271"/>
                <a:gd name="p0x5" fmla="*/ 86 w 120"/>
                <a:gd name="p0y5" fmla="*/ 0 h 1271"/>
                <a:gd name="p0x6" fmla="*/ 60 w 120"/>
                <a:gd name="p0y6" fmla="*/ 53 h 1271"/>
                <a:gd name="p0x7" fmla="*/ 60 w 120"/>
                <a:gd name="p0y7" fmla="*/ 120 h 1271"/>
                <a:gd name="p0x8" fmla="*/ 60 w 120"/>
                <a:gd name="p0y8" fmla="*/ 1151 h 1271"/>
                <a:gd name="p0x9" fmla="*/ 60 w 120"/>
                <a:gd name="p0y9" fmla="*/ 1218 h 1271"/>
                <a:gd name="p0x10" fmla="*/ 86 w 120"/>
                <a:gd name="p0y10" fmla="*/ 1271 h 1271"/>
                <a:gd name="p0x11" fmla="*/ 120 w 120"/>
                <a:gd name="p0y11" fmla="*/ 1271 h 1271"/>
                <a:gd name="p0x12" fmla="*/ 53 w 120"/>
                <a:gd name="p0y12" fmla="*/ 1271 h 1271"/>
                <a:gd name="p0x13" fmla="*/ 0 w 120"/>
                <a:gd name="p0y13" fmla="*/ 1218 h 1271"/>
                <a:gd name="p0x14" fmla="*/ 0 w 120"/>
                <a:gd name="p0y14" fmla="*/ 1151 h 127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923925" y="1956264"/>
            <a:ext cx="7620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收入增长</a:t>
            </a:r>
            <a:endParaRPr sz="12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2524125" y="1874434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3600" b="1">
                <a:solidFill>
                  <a:srgbClr val="10B981"/>
                </a:solidFill>
                <a:latin typeface="黑体" panose="02010609060101010101" charset="-122"/>
                <a:ea typeface="黑体" panose="02010609060101010101" charset="-122"/>
              </a:rPr>
              <a:t>30%-200%</a:t>
            </a:r>
            <a:endParaRPr sz="3600" b="1">
              <a:solidFill>
                <a:srgbClr val="10B98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15" name="组合 14"/>
          <p:cNvGrpSpPr/>
          <p:nvPr>
            <p:custDataLst>
              <p:tags r:id="rId12"/>
            </p:custDataLst>
          </p:nvPr>
        </p:nvGrpSpPr>
        <p:grpSpPr>
          <a:xfrm>
            <a:off x="695325" y="2601595"/>
            <a:ext cx="3848100" cy="807720"/>
            <a:chOff x="1095" y="4097"/>
            <a:chExt cx="6060" cy="1272"/>
          </a:xfrm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grpSpPr>
        <p:sp>
          <p:nvSpPr>
            <p:cNvPr id="13" name="任意多边形 12"/>
            <p:cNvSpPr/>
            <p:nvPr>
              <p:custDataLst>
                <p:tags r:id="rId13"/>
              </p:custDataLst>
            </p:nvPr>
          </p:nvSpPr>
          <p:spPr>
            <a:xfrm>
              <a:off x="1095" y="4097"/>
              <a:ext cx="6060" cy="1272"/>
            </a:xfrm>
            <a:custGeom>
              <a:avLst/>
              <a:gdLst>
                <a:gd name="sw" fmla="*/ 1 w 6060"/>
                <a:gd name="sh" fmla="*/ 1 h 1271"/>
                <a:gd name="mins" fmla="min sw sh"/>
                <a:gd name="dsw" fmla="+- 0 sw mins"/>
                <a:gd name="dsh" fmla="+- 0 sh mins"/>
                <a:gd name="p0x0" fmla="*/ 120 w 6060"/>
                <a:gd name="p0y0" fmla="*/ 0 h 1271"/>
                <a:gd name="p0x1" fmla="*/ 5940 w 6060"/>
                <a:gd name="p0y1" fmla="*/ 0 h 1271"/>
                <a:gd name="p0x2" fmla="*/ 6006 w 6060"/>
                <a:gd name="p0y2" fmla="*/ 0 h 1271"/>
                <a:gd name="p0x3" fmla="*/ 6060 w 6060"/>
                <a:gd name="p0y3" fmla="*/ 53 h 1271"/>
                <a:gd name="p0x4" fmla="*/ 6060 w 6060"/>
                <a:gd name="p0y4" fmla="*/ 120 h 1271"/>
                <a:gd name="p0x5" fmla="*/ 6060 w 6060"/>
                <a:gd name="p0y5" fmla="*/ 1151 h 1271"/>
                <a:gd name="p0x6" fmla="*/ 6060 w 6060"/>
                <a:gd name="p0y6" fmla="*/ 1218 h 1271"/>
                <a:gd name="p0x7" fmla="*/ 6006 w 6060"/>
                <a:gd name="p0y7" fmla="*/ 1271 h 1271"/>
                <a:gd name="p0x8" fmla="*/ 5940 w 6060"/>
                <a:gd name="p0y8" fmla="*/ 1271 h 1271"/>
                <a:gd name="p0x9" fmla="*/ 120 w 6060"/>
                <a:gd name="p0y9" fmla="*/ 1271 h 1271"/>
                <a:gd name="p0x10" fmla="*/ 53 w 6060"/>
                <a:gd name="p0y10" fmla="*/ 1271 h 1271"/>
                <a:gd name="p0x11" fmla="*/ 0 w 6060"/>
                <a:gd name="p0y11" fmla="*/ 1218 h 1271"/>
                <a:gd name="p0x12" fmla="*/ 0 w 6060"/>
                <a:gd name="p0y12" fmla="*/ 1151 h 1271"/>
                <a:gd name="p0x13" fmla="*/ 0 w 6060"/>
                <a:gd name="p0y13" fmla="*/ 120 h 1271"/>
                <a:gd name="p0x14" fmla="*/ 0 w 6060"/>
                <a:gd name="p0y14" fmla="*/ 53 h 1271"/>
                <a:gd name="p0x15" fmla="*/ 53 w 6060"/>
                <a:gd name="p0y15" fmla="*/ 0 h 1271"/>
                <a:gd name="p0x16" fmla="*/ 120 w 6060"/>
                <a:gd name="p0y16" fmla="*/ 0 h 127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任意多边形 13"/>
            <p:cNvSpPr/>
            <p:nvPr>
              <p:custDataLst>
                <p:tags r:id="rId14"/>
              </p:custDataLst>
            </p:nvPr>
          </p:nvSpPr>
          <p:spPr>
            <a:xfrm>
              <a:off x="1095" y="4097"/>
              <a:ext cx="120" cy="1272"/>
            </a:xfrm>
            <a:custGeom>
              <a:avLst/>
              <a:gdLst>
                <a:gd name="sw" fmla="*/ 1 w 120"/>
                <a:gd name="sh" fmla="*/ 1 h 1271"/>
                <a:gd name="mins" fmla="min sw sh"/>
                <a:gd name="dsw" fmla="+- 0 sw mins"/>
                <a:gd name="dsh" fmla="+- 0 sh mins"/>
                <a:gd name="p0x0" fmla="*/ 0 w 120"/>
                <a:gd name="p0y0" fmla="*/ 1151 h 1271"/>
                <a:gd name="p0x1" fmla="*/ 0 w 120"/>
                <a:gd name="p0y1" fmla="*/ 120 h 1271"/>
                <a:gd name="p0x2" fmla="*/ 0 w 120"/>
                <a:gd name="p0y2" fmla="*/ 53 h 1271"/>
                <a:gd name="p0x3" fmla="*/ 53 w 120"/>
                <a:gd name="p0y3" fmla="*/ 0 h 1271"/>
                <a:gd name="p0x4" fmla="*/ 120 w 120"/>
                <a:gd name="p0y4" fmla="*/ 0 h 1271"/>
                <a:gd name="p0x5" fmla="*/ 86 w 120"/>
                <a:gd name="p0y5" fmla="*/ 0 h 1271"/>
                <a:gd name="p0x6" fmla="*/ 60 w 120"/>
                <a:gd name="p0y6" fmla="*/ 53 h 1271"/>
                <a:gd name="p0x7" fmla="*/ 60 w 120"/>
                <a:gd name="p0y7" fmla="*/ 120 h 1271"/>
                <a:gd name="p0x8" fmla="*/ 60 w 120"/>
                <a:gd name="p0y8" fmla="*/ 1151 h 1271"/>
                <a:gd name="p0x9" fmla="*/ 60 w 120"/>
                <a:gd name="p0y9" fmla="*/ 1218 h 1271"/>
                <a:gd name="p0x10" fmla="*/ 86 w 120"/>
                <a:gd name="p0y10" fmla="*/ 1271 h 1271"/>
                <a:gd name="p0x11" fmla="*/ 120 w 120"/>
                <a:gd name="p0y11" fmla="*/ 1271 h 1271"/>
                <a:gd name="p0x12" fmla="*/ 53 w 120"/>
                <a:gd name="p0y12" fmla="*/ 1271 h 1271"/>
                <a:gd name="p0x13" fmla="*/ 0 w 120"/>
                <a:gd name="p0y13" fmla="*/ 1218 h 1271"/>
                <a:gd name="p0x14" fmla="*/ 0 w 120"/>
                <a:gd name="p0y14" fmla="*/ 1151 h 127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923925" y="2878255"/>
            <a:ext cx="7620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成本降低</a:t>
            </a:r>
            <a:endParaRPr sz="12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3667125" y="2796426"/>
            <a:ext cx="114300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3600" b="1">
                <a:solidFill>
                  <a:srgbClr val="10B981"/>
                </a:solidFill>
                <a:latin typeface="黑体" panose="02010609060101010101" charset="-122"/>
                <a:ea typeface="黑体" panose="02010609060101010101" charset="-122"/>
              </a:rPr>
              <a:t>50%</a:t>
            </a:r>
            <a:endParaRPr sz="3600" b="1">
              <a:solidFill>
                <a:srgbClr val="10B98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20" name="组合 19"/>
          <p:cNvGrpSpPr/>
          <p:nvPr>
            <p:custDataLst>
              <p:tags r:id="rId17"/>
            </p:custDataLst>
          </p:nvPr>
        </p:nvGrpSpPr>
        <p:grpSpPr>
          <a:xfrm>
            <a:off x="695325" y="3523615"/>
            <a:ext cx="3848100" cy="807720"/>
            <a:chOff x="1095" y="5549"/>
            <a:chExt cx="6060" cy="1272"/>
          </a:xfrm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grpSpPr>
        <p:sp>
          <p:nvSpPr>
            <p:cNvPr id="18" name="任意多边形 17"/>
            <p:cNvSpPr/>
            <p:nvPr>
              <p:custDataLst>
                <p:tags r:id="rId18"/>
              </p:custDataLst>
            </p:nvPr>
          </p:nvSpPr>
          <p:spPr>
            <a:xfrm>
              <a:off x="1095" y="5549"/>
              <a:ext cx="6060" cy="1272"/>
            </a:xfrm>
            <a:custGeom>
              <a:avLst/>
              <a:gdLst>
                <a:gd name="sw" fmla="*/ 1 w 6060"/>
                <a:gd name="sh" fmla="*/ 1 h 1271"/>
                <a:gd name="mins" fmla="min sw sh"/>
                <a:gd name="dsw" fmla="+- 0 sw mins"/>
                <a:gd name="dsh" fmla="+- 0 sh mins"/>
                <a:gd name="p0x0" fmla="*/ 120 w 6060"/>
                <a:gd name="p0y0" fmla="*/ 0 h 1271"/>
                <a:gd name="p0x1" fmla="*/ 5940 w 6060"/>
                <a:gd name="p0y1" fmla="*/ 0 h 1271"/>
                <a:gd name="p0x2" fmla="*/ 6006 w 6060"/>
                <a:gd name="p0y2" fmla="*/ 0 h 1271"/>
                <a:gd name="p0x3" fmla="*/ 6060 w 6060"/>
                <a:gd name="p0y3" fmla="*/ 53 h 1271"/>
                <a:gd name="p0x4" fmla="*/ 6060 w 6060"/>
                <a:gd name="p0y4" fmla="*/ 120 h 1271"/>
                <a:gd name="p0x5" fmla="*/ 6060 w 6060"/>
                <a:gd name="p0y5" fmla="*/ 1151 h 1271"/>
                <a:gd name="p0x6" fmla="*/ 6060 w 6060"/>
                <a:gd name="p0y6" fmla="*/ 1218 h 1271"/>
                <a:gd name="p0x7" fmla="*/ 6006 w 6060"/>
                <a:gd name="p0y7" fmla="*/ 1271 h 1271"/>
                <a:gd name="p0x8" fmla="*/ 5940 w 6060"/>
                <a:gd name="p0y8" fmla="*/ 1271 h 1271"/>
                <a:gd name="p0x9" fmla="*/ 120 w 6060"/>
                <a:gd name="p0y9" fmla="*/ 1271 h 1271"/>
                <a:gd name="p0x10" fmla="*/ 53 w 6060"/>
                <a:gd name="p0y10" fmla="*/ 1271 h 1271"/>
                <a:gd name="p0x11" fmla="*/ 0 w 6060"/>
                <a:gd name="p0y11" fmla="*/ 1218 h 1271"/>
                <a:gd name="p0x12" fmla="*/ 0 w 6060"/>
                <a:gd name="p0y12" fmla="*/ 1151 h 1271"/>
                <a:gd name="p0x13" fmla="*/ 0 w 6060"/>
                <a:gd name="p0y13" fmla="*/ 120 h 1271"/>
                <a:gd name="p0x14" fmla="*/ 0 w 6060"/>
                <a:gd name="p0y14" fmla="*/ 53 h 1271"/>
                <a:gd name="p0x15" fmla="*/ 53 w 6060"/>
                <a:gd name="p0y15" fmla="*/ 0 h 1271"/>
                <a:gd name="p0x16" fmla="*/ 120 w 6060"/>
                <a:gd name="p0y16" fmla="*/ 0 h 127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>
              <p:custDataLst>
                <p:tags r:id="rId19"/>
              </p:custDataLst>
            </p:nvPr>
          </p:nvSpPr>
          <p:spPr>
            <a:xfrm>
              <a:off x="1095" y="5549"/>
              <a:ext cx="120" cy="1272"/>
            </a:xfrm>
            <a:custGeom>
              <a:avLst/>
              <a:gdLst>
                <a:gd name="sw" fmla="*/ 1 w 120"/>
                <a:gd name="sh" fmla="*/ 1 h 1271"/>
                <a:gd name="mins" fmla="min sw sh"/>
                <a:gd name="dsw" fmla="+- 0 sw mins"/>
                <a:gd name="dsh" fmla="+- 0 sh mins"/>
                <a:gd name="p0x0" fmla="*/ 0 w 120"/>
                <a:gd name="p0y0" fmla="*/ 1151 h 1271"/>
                <a:gd name="p0x1" fmla="*/ 0 w 120"/>
                <a:gd name="p0y1" fmla="*/ 120 h 1271"/>
                <a:gd name="p0x2" fmla="*/ 0 w 120"/>
                <a:gd name="p0y2" fmla="*/ 53 h 1271"/>
                <a:gd name="p0x3" fmla="*/ 53 w 120"/>
                <a:gd name="p0y3" fmla="*/ 0 h 1271"/>
                <a:gd name="p0x4" fmla="*/ 120 w 120"/>
                <a:gd name="p0y4" fmla="*/ 0 h 1271"/>
                <a:gd name="p0x5" fmla="*/ 86 w 120"/>
                <a:gd name="p0y5" fmla="*/ 0 h 1271"/>
                <a:gd name="p0x6" fmla="*/ 60 w 120"/>
                <a:gd name="p0y6" fmla="*/ 53 h 1271"/>
                <a:gd name="p0x7" fmla="*/ 60 w 120"/>
                <a:gd name="p0y7" fmla="*/ 120 h 1271"/>
                <a:gd name="p0x8" fmla="*/ 60 w 120"/>
                <a:gd name="p0y8" fmla="*/ 1151 h 1271"/>
                <a:gd name="p0x9" fmla="*/ 60 w 120"/>
                <a:gd name="p0y9" fmla="*/ 1218 h 1271"/>
                <a:gd name="p0x10" fmla="*/ 86 w 120"/>
                <a:gd name="p0y10" fmla="*/ 1271 h 1271"/>
                <a:gd name="p0x11" fmla="*/ 120 w 120"/>
                <a:gd name="p0y11" fmla="*/ 1271 h 1271"/>
                <a:gd name="p0x12" fmla="*/ 53 w 120"/>
                <a:gd name="p0y12" fmla="*/ 1271 h 1271"/>
                <a:gd name="p0x13" fmla="*/ 0 w 120"/>
                <a:gd name="p0y13" fmla="*/ 1218 h 1271"/>
                <a:gd name="p0x14" fmla="*/ 0 w 120"/>
                <a:gd name="p0y14" fmla="*/ 1151 h 127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1" name="文本框 20"/>
          <p:cNvSpPr txBox="1"/>
          <p:nvPr>
            <p:custDataLst>
              <p:tags r:id="rId20"/>
            </p:custDataLst>
          </p:nvPr>
        </p:nvSpPr>
        <p:spPr>
          <a:xfrm>
            <a:off x="923925" y="3800246"/>
            <a:ext cx="7620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风险降低</a:t>
            </a:r>
            <a:endParaRPr sz="12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1"/>
            </p:custDataLst>
          </p:nvPr>
        </p:nvSpPr>
        <p:spPr>
          <a:xfrm>
            <a:off x="3667125" y="3718417"/>
            <a:ext cx="114300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3600" b="1">
                <a:solidFill>
                  <a:srgbClr val="10B981"/>
                </a:solidFill>
                <a:latin typeface="黑体" panose="02010609060101010101" charset="-122"/>
                <a:ea typeface="黑体" panose="02010609060101010101" charset="-122"/>
              </a:rPr>
              <a:t>90%</a:t>
            </a:r>
            <a:endParaRPr sz="3600" b="1">
              <a:solidFill>
                <a:srgbClr val="10B98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25" name="组合 24"/>
          <p:cNvGrpSpPr/>
          <p:nvPr>
            <p:custDataLst>
              <p:tags r:id="rId22"/>
            </p:custDataLst>
          </p:nvPr>
        </p:nvGrpSpPr>
        <p:grpSpPr>
          <a:xfrm>
            <a:off x="695325" y="4356100"/>
            <a:ext cx="3848100" cy="438150"/>
            <a:chOff x="1095" y="6860"/>
            <a:chExt cx="6060" cy="690"/>
          </a:xfrm>
        </p:grpSpPr>
        <p:sp>
          <p:nvSpPr>
            <p:cNvPr id="23" name="任意多边形 22"/>
            <p:cNvSpPr/>
            <p:nvPr>
              <p:custDataLst>
                <p:tags r:id="rId23"/>
              </p:custDataLst>
            </p:nvPr>
          </p:nvSpPr>
          <p:spPr>
            <a:xfrm>
              <a:off x="1095" y="6860"/>
              <a:ext cx="6060" cy="690"/>
            </a:xfrm>
            <a:custGeom>
              <a:avLst/>
              <a:gdLst>
                <a:gd name="sw" fmla="*/ 1 w 6060"/>
                <a:gd name="sh" fmla="*/ 1 h 690"/>
                <a:gd name="mins" fmla="min sw sh"/>
                <a:gd name="dsw" fmla="+- 0 sw mins"/>
                <a:gd name="dsh" fmla="+- 0 sh mins"/>
                <a:gd name="p0x0" fmla="*/ 0 w 6060"/>
                <a:gd name="p0y0" fmla="*/ 0 h 690"/>
                <a:gd name="p0x1" fmla="*/ 6060 w 6060"/>
                <a:gd name="p0y1" fmla="*/ 0 h 690"/>
                <a:gd name="p0x2" fmla="*/ 6060 w 6060"/>
                <a:gd name="p0y2" fmla="*/ 690 h 690"/>
                <a:gd name="p0x3" fmla="*/ 0 w 6060"/>
                <a:gd name="p0y3" fmla="*/ 690 h 690"/>
                <a:gd name="p0x4" fmla="*/ 0 w 6060"/>
                <a:gd name="p0y4" fmla="*/ 0 h 6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>
              <p:custDataLst>
                <p:tags r:id="rId24"/>
              </p:custDataLst>
            </p:nvPr>
          </p:nvSpPr>
          <p:spPr>
            <a:xfrm>
              <a:off x="1095" y="6860"/>
              <a:ext cx="6060" cy="15"/>
            </a:xfrm>
            <a:custGeom>
              <a:avLst/>
              <a:gdLst>
                <a:gd name="sw" fmla="*/ 1 w 6060"/>
                <a:gd name="sh" fmla="*/ 1 h 15"/>
                <a:gd name="mins" fmla="min sw sh"/>
                <a:gd name="dsw" fmla="+- 0 sw mins"/>
                <a:gd name="dsh" fmla="+- 0 sh mins"/>
                <a:gd name="p0x0" fmla="*/ 0 w 6060"/>
                <a:gd name="p0y0" fmla="*/ 0 h 15"/>
                <a:gd name="p0x1" fmla="*/ 6060 w 6060"/>
                <a:gd name="p0y1" fmla="*/ 0 h 15"/>
                <a:gd name="p0x2" fmla="*/ 6060 w 6060"/>
                <a:gd name="p0y2" fmla="*/ 15 h 15"/>
                <a:gd name="p0x3" fmla="*/ 0 w 6060"/>
                <a:gd name="p0y3" fmla="*/ 15 h 15"/>
                <a:gd name="p0x4" fmla="*/ 0 w 606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5E7E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26" name="图片 25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3846" t="-13636" r="-3846" b="-13636"/>
          <a:stretch>
            <a:fillRect/>
          </a:stretch>
        </p:blipFill>
        <p:spPr>
          <a:xfrm>
            <a:off x="695325" y="4551680"/>
            <a:ext cx="133350" cy="13335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28"/>
            </p:custDataLst>
          </p:nvPr>
        </p:nvSpPr>
        <p:spPr>
          <a:xfrm>
            <a:off x="904875" y="4508100"/>
            <a:ext cx="213360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通过数字化转型实现多维价值提升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/>
          <p:cNvSpPr/>
          <p:nvPr>
            <p:custDataLst>
              <p:tags r:id="rId29"/>
            </p:custDataLst>
          </p:nvPr>
        </p:nvSpPr>
        <p:spPr>
          <a:xfrm>
            <a:off x="5090795" y="1036955"/>
            <a:ext cx="6638925" cy="4343400"/>
          </a:xfrm>
          <a:prstGeom prst="rect">
            <a:avLst/>
          </a:prstGeom>
          <a:solidFill>
            <a:srgbClr val="FFFFFF"/>
          </a:solidFill>
          <a:ln w="9525" cmpd="sng">
            <a:solidFill>
              <a:srgbClr val="E5E7E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30"/>
            </p:custDataLst>
          </p:nvPr>
        </p:nvSpPr>
        <p:spPr>
          <a:xfrm>
            <a:off x="5286375" y="1216257"/>
            <a:ext cx="6248400" cy="2800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投入产出对比</a:t>
            </a:r>
            <a:endParaRPr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0" name="图片 29"/>
          <p:cNvPicPr/>
          <p:nvPr>
            <p:custDataLst>
              <p:tags r:id="rId3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5286375" y="1603375"/>
            <a:ext cx="6267450" cy="266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  <p:grpSp>
        <p:nvGrpSpPr>
          <p:cNvPr id="33" name="组合 32"/>
          <p:cNvGrpSpPr/>
          <p:nvPr>
            <p:custDataLst>
              <p:tags r:id="rId33"/>
            </p:custDataLst>
          </p:nvPr>
        </p:nvGrpSpPr>
        <p:grpSpPr>
          <a:xfrm>
            <a:off x="5286375" y="4346575"/>
            <a:ext cx="6248400" cy="838200"/>
            <a:chOff x="8325" y="6845"/>
            <a:chExt cx="9840" cy="1320"/>
          </a:xfrm>
        </p:grpSpPr>
        <p:sp>
          <p:nvSpPr>
            <p:cNvPr id="31" name="任意多边形 30"/>
            <p:cNvSpPr/>
            <p:nvPr>
              <p:custDataLst>
                <p:tags r:id="rId34"/>
              </p:custDataLst>
            </p:nvPr>
          </p:nvSpPr>
          <p:spPr>
            <a:xfrm>
              <a:off x="8325" y="6845"/>
              <a:ext cx="9840" cy="1320"/>
            </a:xfrm>
            <a:custGeom>
              <a:avLst/>
              <a:gdLst>
                <a:gd name="sw" fmla="*/ 1 w 9840"/>
                <a:gd name="sh" fmla="*/ 1 h 1320"/>
                <a:gd name="mins" fmla="min sw sh"/>
                <a:gd name="dsw" fmla="+- 0 sw mins"/>
                <a:gd name="dsh" fmla="+- 0 sh mins"/>
                <a:gd name="p0x0" fmla="*/ 0 w 9840"/>
                <a:gd name="p0y0" fmla="*/ 0 h 1320"/>
                <a:gd name="p0x1" fmla="*/ 9840 w 9840"/>
                <a:gd name="p0y1" fmla="*/ 0 h 1320"/>
                <a:gd name="p0x2" fmla="*/ 9840 w 9840"/>
                <a:gd name="p0y2" fmla="*/ 1320 h 1320"/>
                <a:gd name="p0x3" fmla="*/ 0 w 9840"/>
                <a:gd name="p0y3" fmla="*/ 1320 h 1320"/>
                <a:gd name="p0x4" fmla="*/ 0 w 9840"/>
                <a:gd name="p0y4" fmla="*/ 0 h 13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任意多边形 31"/>
            <p:cNvSpPr/>
            <p:nvPr>
              <p:custDataLst>
                <p:tags r:id="rId35"/>
              </p:custDataLst>
            </p:nvPr>
          </p:nvSpPr>
          <p:spPr>
            <a:xfrm>
              <a:off x="8325" y="6845"/>
              <a:ext cx="9840" cy="15"/>
            </a:xfrm>
            <a:custGeom>
              <a:avLst/>
              <a:gdLst>
                <a:gd name="sw" fmla="*/ 1 w 9840"/>
                <a:gd name="sh" fmla="*/ 1 h 15"/>
                <a:gd name="mins" fmla="min sw sh"/>
                <a:gd name="dsw" fmla="+- 0 sw mins"/>
                <a:gd name="dsh" fmla="+- 0 sh mins"/>
                <a:gd name="p0x0" fmla="*/ 0 w 9840"/>
                <a:gd name="p0y0" fmla="*/ 0 h 15"/>
                <a:gd name="p0x1" fmla="*/ 9840 w 9840"/>
                <a:gd name="p0y1" fmla="*/ 0 h 15"/>
                <a:gd name="p0x2" fmla="*/ 9840 w 9840"/>
                <a:gd name="p0y2" fmla="*/ 15 h 15"/>
                <a:gd name="p0x3" fmla="*/ 0 w 9840"/>
                <a:gd name="p0y3" fmla="*/ 15 h 15"/>
                <a:gd name="p0x4" fmla="*/ 0 w 984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5E7E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4" name="文本框 33"/>
          <p:cNvSpPr txBox="1"/>
          <p:nvPr>
            <p:custDataLst>
              <p:tags r:id="rId36"/>
            </p:custDataLst>
          </p:nvPr>
        </p:nvSpPr>
        <p:spPr>
          <a:xfrm>
            <a:off x="7091363" y="4505239"/>
            <a:ext cx="857250" cy="4457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 sz="2700" b="1">
                <a:solidFill>
                  <a:srgbClr val="10B981"/>
                </a:solidFill>
                <a:latin typeface="黑体" panose="02010609060101010101" charset="-122"/>
                <a:ea typeface="黑体" panose="02010609060101010101" charset="-122"/>
              </a:rPr>
              <a:t>1:3</a:t>
            </a:r>
            <a:endParaRPr sz="2700" b="1">
              <a:solidFill>
                <a:srgbClr val="10B98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37"/>
            </p:custDataLst>
          </p:nvPr>
        </p:nvSpPr>
        <p:spPr>
          <a:xfrm>
            <a:off x="6983464" y="4974822"/>
            <a:ext cx="1073048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 lang="zh-CN" altLang="en-US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投资回报率</a:t>
            </a:r>
            <a:r>
              <a:rPr lang="en-US" altLang="zh-CN"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ROI</a:t>
            </a:r>
            <a:endParaRPr lang="en-US" altLang="zh-CN"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/>
          <p:nvPr>
            <p:custDataLst>
              <p:tags r:id="rId38"/>
            </p:custDataLst>
          </p:nvPr>
        </p:nvSpPr>
        <p:spPr>
          <a:xfrm>
            <a:off x="8446770" y="4637405"/>
            <a:ext cx="9525" cy="381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39"/>
            </p:custDataLst>
          </p:nvPr>
        </p:nvSpPr>
        <p:spPr>
          <a:xfrm>
            <a:off x="8742311" y="4505239"/>
            <a:ext cx="1200150" cy="4457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 lang="en-US" sz="27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</a:t>
            </a:r>
            <a:r>
              <a:rPr lang="zh-CN" sz="27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个月</a:t>
            </a:r>
            <a:endParaRPr lang="zh-CN" sz="27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40"/>
            </p:custDataLst>
          </p:nvPr>
        </p:nvSpPr>
        <p:spPr>
          <a:xfrm>
            <a:off x="8942336" y="4974822"/>
            <a:ext cx="80010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投资回收期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41"/>
            </p:custDataLst>
          </p:nvPr>
        </p:nvSpPr>
        <p:spPr>
          <a:xfrm>
            <a:off x="461645" y="5189855"/>
            <a:ext cx="11268075" cy="1228725"/>
          </a:xfrm>
          <a:custGeom>
            <a:avLst/>
            <a:gdLst>
              <a:gd name="sw" fmla="*/ 1 w 17745"/>
              <a:gd name="sh" fmla="*/ 1 h 1935"/>
              <a:gd name="mins" fmla="min sw sh"/>
              <a:gd name="dsw" fmla="+- 0 sw mins"/>
              <a:gd name="dsh" fmla="+- 0 sh mins"/>
              <a:gd name="p0x0" fmla="*/ 180 w 17745"/>
              <a:gd name="p0y0" fmla="*/ 0 h 1935"/>
              <a:gd name="p0x1" fmla="*/ 17565 w 17745"/>
              <a:gd name="p0y1" fmla="*/ 0 h 1935"/>
              <a:gd name="p0x2" fmla="*/ 17664 w 17745"/>
              <a:gd name="p0y2" fmla="*/ 0 h 1935"/>
              <a:gd name="p0x3" fmla="*/ 17745 w 17745"/>
              <a:gd name="p0y3" fmla="*/ 80 h 1935"/>
              <a:gd name="p0x4" fmla="*/ 17745 w 17745"/>
              <a:gd name="p0y4" fmla="*/ 180 h 1935"/>
              <a:gd name="p0x5" fmla="*/ 17745 w 17745"/>
              <a:gd name="p0y5" fmla="*/ 1755 h 1935"/>
              <a:gd name="p0x6" fmla="*/ 17745 w 17745"/>
              <a:gd name="p0y6" fmla="*/ 1854 h 1935"/>
              <a:gd name="p0x7" fmla="*/ 17664 w 17745"/>
              <a:gd name="p0y7" fmla="*/ 1935 h 1935"/>
              <a:gd name="p0x8" fmla="*/ 17565 w 17745"/>
              <a:gd name="p0y8" fmla="*/ 1935 h 1935"/>
              <a:gd name="p0x9" fmla="*/ 180 w 17745"/>
              <a:gd name="p0y9" fmla="*/ 1935 h 1935"/>
              <a:gd name="p0x10" fmla="*/ 80 w 17745"/>
              <a:gd name="p0y10" fmla="*/ 1935 h 1935"/>
              <a:gd name="p0x11" fmla="*/ 0 w 17745"/>
              <a:gd name="p0y11" fmla="*/ 1854 h 1935"/>
              <a:gd name="p0x12" fmla="*/ 0 w 17745"/>
              <a:gd name="p0y12" fmla="*/ 1755 h 1935"/>
              <a:gd name="p0x13" fmla="*/ 0 w 17745"/>
              <a:gd name="p0y13" fmla="*/ 180 h 1935"/>
              <a:gd name="p0x14" fmla="*/ 0 w 17745"/>
              <a:gd name="p0y14" fmla="*/ 80 h 1935"/>
              <a:gd name="p0x15" fmla="*/ 80 w 17745"/>
              <a:gd name="p0y15" fmla="*/ 0 h 1935"/>
              <a:gd name="p0x16" fmla="*/ 180 w 17745"/>
              <a:gd name="p0y16" fmla="*/ 0 h 19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>
            <p:custDataLst>
              <p:tags r:id="rId42"/>
            </p:custDataLst>
          </p:nvPr>
        </p:nvSpPr>
        <p:spPr>
          <a:xfrm>
            <a:off x="956945" y="5380355"/>
            <a:ext cx="3038475" cy="847725"/>
          </a:xfrm>
          <a:custGeom>
            <a:avLst/>
            <a:gdLst>
              <a:gd name="sw" fmla="*/ 1 w 4785"/>
              <a:gd name="sh" fmla="*/ 1 h 1335"/>
              <a:gd name="mins" fmla="min sw sh"/>
              <a:gd name="dsw" fmla="+- 0 sw mins"/>
              <a:gd name="dsh" fmla="+- 0 sh mins"/>
              <a:gd name="p0x0" fmla="*/ 120 w 4785"/>
              <a:gd name="p0y0" fmla="*/ 0 h 1335"/>
              <a:gd name="p0x1" fmla="*/ 4665 w 4785"/>
              <a:gd name="p0y1" fmla="*/ 0 h 1335"/>
              <a:gd name="p0x2" fmla="*/ 4731 w 4785"/>
              <a:gd name="p0y2" fmla="*/ 0 h 1335"/>
              <a:gd name="p0x3" fmla="*/ 4785 w 4785"/>
              <a:gd name="p0y3" fmla="*/ 53 h 1335"/>
              <a:gd name="p0x4" fmla="*/ 4785 w 4785"/>
              <a:gd name="p0y4" fmla="*/ 120 h 1335"/>
              <a:gd name="p0x5" fmla="*/ 4785 w 4785"/>
              <a:gd name="p0y5" fmla="*/ 1215 h 1335"/>
              <a:gd name="p0x6" fmla="*/ 4785 w 4785"/>
              <a:gd name="p0y6" fmla="*/ 1281 h 1335"/>
              <a:gd name="p0x7" fmla="*/ 4731 w 4785"/>
              <a:gd name="p0y7" fmla="*/ 1335 h 1335"/>
              <a:gd name="p0x8" fmla="*/ 4665 w 4785"/>
              <a:gd name="p0y8" fmla="*/ 1335 h 1335"/>
              <a:gd name="p0x9" fmla="*/ 120 w 4785"/>
              <a:gd name="p0y9" fmla="*/ 1335 h 1335"/>
              <a:gd name="p0x10" fmla="*/ 53 w 4785"/>
              <a:gd name="p0y10" fmla="*/ 1335 h 1335"/>
              <a:gd name="p0x11" fmla="*/ 0 w 4785"/>
              <a:gd name="p0y11" fmla="*/ 1281 h 1335"/>
              <a:gd name="p0x12" fmla="*/ 0 w 4785"/>
              <a:gd name="p0y12" fmla="*/ 1215 h 1335"/>
              <a:gd name="p0x13" fmla="*/ 0 w 4785"/>
              <a:gd name="p0y13" fmla="*/ 120 h 1335"/>
              <a:gd name="p0x14" fmla="*/ 0 w 4785"/>
              <a:gd name="p0y14" fmla="*/ 53 h 1335"/>
              <a:gd name="p0x15" fmla="*/ 53 w 4785"/>
              <a:gd name="p0y15" fmla="*/ 0 h 1335"/>
              <a:gd name="p0x16" fmla="*/ 120 w 4785"/>
              <a:gd name="p0y16" fmla="*/ 0 h 13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43"/>
            </p:custDataLst>
          </p:nvPr>
        </p:nvSpPr>
        <p:spPr>
          <a:xfrm>
            <a:off x="2209800" y="5503459"/>
            <a:ext cx="53340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启动期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44"/>
            </p:custDataLst>
          </p:nvPr>
        </p:nvSpPr>
        <p:spPr>
          <a:xfrm>
            <a:off x="1790700" y="5774922"/>
            <a:ext cx="13716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 b="1">
                <a:solidFill>
                  <a:srgbClr val="2563EB"/>
                </a:solidFill>
                <a:latin typeface="黑体" panose="02010609060101010101" charset="-122"/>
                <a:ea typeface="黑体" panose="02010609060101010101" charset="-122"/>
              </a:rPr>
              <a:t>ROI ≥ 1:1</a:t>
            </a:r>
            <a:endParaRPr b="1">
              <a:solidFill>
                <a:srgbClr val="2563E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45"/>
            </p:custDataLst>
          </p:nvPr>
        </p:nvSpPr>
        <p:spPr>
          <a:xfrm>
            <a:off x="4152900" y="5583469"/>
            <a:ext cx="533400" cy="4324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21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21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46"/>
            </p:custDataLst>
          </p:nvPr>
        </p:nvSpPr>
        <p:spPr>
          <a:xfrm>
            <a:off x="4576445" y="5380355"/>
            <a:ext cx="3038475" cy="847725"/>
          </a:xfrm>
          <a:custGeom>
            <a:avLst/>
            <a:gdLst>
              <a:gd name="sw" fmla="*/ 1 w 4785"/>
              <a:gd name="sh" fmla="*/ 1 h 1335"/>
              <a:gd name="mins" fmla="min sw sh"/>
              <a:gd name="dsw" fmla="+- 0 sw mins"/>
              <a:gd name="dsh" fmla="+- 0 sh mins"/>
              <a:gd name="p0x0" fmla="*/ 120 w 4785"/>
              <a:gd name="p0y0" fmla="*/ 0 h 1335"/>
              <a:gd name="p0x1" fmla="*/ 4665 w 4785"/>
              <a:gd name="p0y1" fmla="*/ 0 h 1335"/>
              <a:gd name="p0x2" fmla="*/ 4731 w 4785"/>
              <a:gd name="p0y2" fmla="*/ 0 h 1335"/>
              <a:gd name="p0x3" fmla="*/ 4785 w 4785"/>
              <a:gd name="p0y3" fmla="*/ 53 h 1335"/>
              <a:gd name="p0x4" fmla="*/ 4785 w 4785"/>
              <a:gd name="p0y4" fmla="*/ 120 h 1335"/>
              <a:gd name="p0x5" fmla="*/ 4785 w 4785"/>
              <a:gd name="p0y5" fmla="*/ 1215 h 1335"/>
              <a:gd name="p0x6" fmla="*/ 4785 w 4785"/>
              <a:gd name="p0y6" fmla="*/ 1281 h 1335"/>
              <a:gd name="p0x7" fmla="*/ 4731 w 4785"/>
              <a:gd name="p0y7" fmla="*/ 1335 h 1335"/>
              <a:gd name="p0x8" fmla="*/ 4665 w 4785"/>
              <a:gd name="p0y8" fmla="*/ 1335 h 1335"/>
              <a:gd name="p0x9" fmla="*/ 120 w 4785"/>
              <a:gd name="p0y9" fmla="*/ 1335 h 1335"/>
              <a:gd name="p0x10" fmla="*/ 53 w 4785"/>
              <a:gd name="p0y10" fmla="*/ 1335 h 1335"/>
              <a:gd name="p0x11" fmla="*/ 0 w 4785"/>
              <a:gd name="p0y11" fmla="*/ 1281 h 1335"/>
              <a:gd name="p0x12" fmla="*/ 0 w 4785"/>
              <a:gd name="p0y12" fmla="*/ 1215 h 1335"/>
              <a:gd name="p0x13" fmla="*/ 0 w 4785"/>
              <a:gd name="p0y13" fmla="*/ 120 h 1335"/>
              <a:gd name="p0x14" fmla="*/ 0 w 4785"/>
              <a:gd name="p0y14" fmla="*/ 53 h 1335"/>
              <a:gd name="p0x15" fmla="*/ 53 w 4785"/>
              <a:gd name="p0y15" fmla="*/ 0 h 1335"/>
              <a:gd name="p0x16" fmla="*/ 120 w 4785"/>
              <a:gd name="p0y16" fmla="*/ 0 h 13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10B981">
              <a:alpha val="7843"/>
            </a:srgbClr>
          </a:solidFill>
          <a:ln w="9525" cmpd="sng">
            <a:solidFill>
              <a:srgbClr val="10B981">
                <a:alpha val="30196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47"/>
            </p:custDataLst>
          </p:nvPr>
        </p:nvSpPr>
        <p:spPr>
          <a:xfrm>
            <a:off x="5829300" y="5503459"/>
            <a:ext cx="53340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增长期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48"/>
            </p:custDataLst>
          </p:nvPr>
        </p:nvSpPr>
        <p:spPr>
          <a:xfrm>
            <a:off x="5410200" y="5774922"/>
            <a:ext cx="13716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 b="1">
                <a:solidFill>
                  <a:srgbClr val="2563EB"/>
                </a:solidFill>
                <a:latin typeface="黑体" panose="02010609060101010101" charset="-122"/>
                <a:ea typeface="黑体" panose="02010609060101010101" charset="-122"/>
              </a:rPr>
              <a:t>ROI ≥ 1:2</a:t>
            </a:r>
            <a:endParaRPr b="1">
              <a:solidFill>
                <a:srgbClr val="2563E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49"/>
            </p:custDataLst>
          </p:nvPr>
        </p:nvSpPr>
        <p:spPr>
          <a:xfrm>
            <a:off x="7772400" y="5583469"/>
            <a:ext cx="533400" cy="4324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21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21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50"/>
            </p:custDataLst>
          </p:nvPr>
        </p:nvSpPr>
        <p:spPr>
          <a:xfrm>
            <a:off x="8201025" y="5384800"/>
            <a:ext cx="3028950" cy="838200"/>
          </a:xfrm>
          <a:custGeom>
            <a:avLst/>
            <a:gdLst>
              <a:gd name="sw" fmla="*/ 1 w 4770"/>
              <a:gd name="sh" fmla="*/ 1 h 1320"/>
              <a:gd name="mins" fmla="min sw sh"/>
              <a:gd name="dsw" fmla="+- 0 sw mins"/>
              <a:gd name="dsh" fmla="+- 0 sh mins"/>
              <a:gd name="p0x0" fmla="*/ 120 w 4770"/>
              <a:gd name="p0y0" fmla="*/ 0 h 1320"/>
              <a:gd name="p0x1" fmla="*/ 4650 w 4770"/>
              <a:gd name="p0y1" fmla="*/ 0 h 1320"/>
              <a:gd name="p0x2" fmla="*/ 4716 w 4770"/>
              <a:gd name="p0y2" fmla="*/ 0 h 1320"/>
              <a:gd name="p0x3" fmla="*/ 4770 w 4770"/>
              <a:gd name="p0y3" fmla="*/ 53 h 1320"/>
              <a:gd name="p0x4" fmla="*/ 4770 w 4770"/>
              <a:gd name="p0y4" fmla="*/ 120 h 1320"/>
              <a:gd name="p0x5" fmla="*/ 4770 w 4770"/>
              <a:gd name="p0y5" fmla="*/ 1200 h 1320"/>
              <a:gd name="p0x6" fmla="*/ 4770 w 4770"/>
              <a:gd name="p0y6" fmla="*/ 1266 h 1320"/>
              <a:gd name="p0x7" fmla="*/ 4716 w 4770"/>
              <a:gd name="p0y7" fmla="*/ 1320 h 1320"/>
              <a:gd name="p0x8" fmla="*/ 4650 w 4770"/>
              <a:gd name="p0y8" fmla="*/ 1320 h 1320"/>
              <a:gd name="p0x9" fmla="*/ 120 w 4770"/>
              <a:gd name="p0y9" fmla="*/ 1320 h 1320"/>
              <a:gd name="p0x10" fmla="*/ 53 w 4770"/>
              <a:gd name="p0y10" fmla="*/ 1320 h 1320"/>
              <a:gd name="p0x11" fmla="*/ 0 w 4770"/>
              <a:gd name="p0y11" fmla="*/ 1266 h 1320"/>
              <a:gd name="p0x12" fmla="*/ 0 w 4770"/>
              <a:gd name="p0y12" fmla="*/ 1200 h 1320"/>
              <a:gd name="p0x13" fmla="*/ 0 w 4770"/>
              <a:gd name="p0y13" fmla="*/ 120 h 1320"/>
              <a:gd name="p0x14" fmla="*/ 0 w 4770"/>
              <a:gd name="p0y14" fmla="*/ 53 h 1320"/>
              <a:gd name="p0x15" fmla="*/ 53 w 4770"/>
              <a:gd name="p0y15" fmla="*/ 0 h 1320"/>
              <a:gd name="p0x16" fmla="*/ 120 w 4770"/>
              <a:gd name="p0y16" fmla="*/ 0 h 13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10B981">
              <a:alpha val="12157"/>
            </a:srgbClr>
          </a:solidFill>
          <a:ln w="19050" cmpd="sng">
            <a:solidFill>
              <a:srgbClr val="10B98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>
            <p:custDataLst>
              <p:tags r:id="rId51"/>
            </p:custDataLst>
          </p:nvPr>
        </p:nvSpPr>
        <p:spPr>
          <a:xfrm>
            <a:off x="9448800" y="5503459"/>
            <a:ext cx="53340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 sz="10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成熟期</a:t>
            </a:r>
            <a:endParaRPr sz="10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52"/>
            </p:custDataLst>
          </p:nvPr>
        </p:nvSpPr>
        <p:spPr>
          <a:xfrm>
            <a:off x="9029700" y="5774922"/>
            <a:ext cx="13716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 b="1">
                <a:solidFill>
                  <a:srgbClr val="2563EB"/>
                </a:solidFill>
                <a:latin typeface="黑体" panose="02010609060101010101" charset="-122"/>
                <a:ea typeface="黑体" panose="02010609060101010101" charset="-122"/>
              </a:rPr>
              <a:t>ROI ≥ 1:3</a:t>
            </a:r>
            <a:endParaRPr b="1">
              <a:solidFill>
                <a:srgbClr val="2563E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3F2FD"/>
            </a:gs>
            <a:gs pos="100000">
              <a:srgbClr val="F5F7FA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3524250" y="567690"/>
            <a:ext cx="5143500" cy="4457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 sz="27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合作邀约：携手共创增长新可能</a:t>
            </a:r>
            <a:endParaRPr sz="27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2"/>
            </p:custDataLst>
          </p:nvPr>
        </p:nvSpPr>
        <p:spPr>
          <a:xfrm>
            <a:off x="766445" y="1280795"/>
            <a:ext cx="5210175" cy="714375"/>
          </a:xfrm>
          <a:custGeom>
            <a:avLst/>
            <a:gdLst>
              <a:gd name="sw" fmla="*/ 1 w 8205"/>
              <a:gd name="sh" fmla="*/ 1 h 1125"/>
              <a:gd name="mins" fmla="min sw sh"/>
              <a:gd name="dsw" fmla="+- 0 sw mins"/>
              <a:gd name="dsh" fmla="+- 0 sh mins"/>
              <a:gd name="p0x0" fmla="*/ 180 w 8205"/>
              <a:gd name="p0y0" fmla="*/ 0 h 1125"/>
              <a:gd name="p0x1" fmla="*/ 8025 w 8205"/>
              <a:gd name="p0y1" fmla="*/ 0 h 1125"/>
              <a:gd name="p0x2" fmla="*/ 8124 w 8205"/>
              <a:gd name="p0y2" fmla="*/ 0 h 1125"/>
              <a:gd name="p0x3" fmla="*/ 8205 w 8205"/>
              <a:gd name="p0y3" fmla="*/ 80 h 1125"/>
              <a:gd name="p0x4" fmla="*/ 8205 w 8205"/>
              <a:gd name="p0y4" fmla="*/ 180 h 1125"/>
              <a:gd name="p0x5" fmla="*/ 8205 w 8205"/>
              <a:gd name="p0y5" fmla="*/ 945 h 1125"/>
              <a:gd name="p0x6" fmla="*/ 8205 w 8205"/>
              <a:gd name="p0y6" fmla="*/ 1044 h 1125"/>
              <a:gd name="p0x7" fmla="*/ 8124 w 8205"/>
              <a:gd name="p0y7" fmla="*/ 1125 h 1125"/>
              <a:gd name="p0x8" fmla="*/ 8025 w 8205"/>
              <a:gd name="p0y8" fmla="*/ 1125 h 1125"/>
              <a:gd name="p0x9" fmla="*/ 180 w 8205"/>
              <a:gd name="p0y9" fmla="*/ 1125 h 1125"/>
              <a:gd name="p0x10" fmla="*/ 80 w 8205"/>
              <a:gd name="p0y10" fmla="*/ 1125 h 1125"/>
              <a:gd name="p0x11" fmla="*/ 0 w 8205"/>
              <a:gd name="p0y11" fmla="*/ 1044 h 1125"/>
              <a:gd name="p0x12" fmla="*/ 0 w 8205"/>
              <a:gd name="p0y12" fmla="*/ 945 h 1125"/>
              <a:gd name="p0x13" fmla="*/ 0 w 8205"/>
              <a:gd name="p0y13" fmla="*/ 180 h 1125"/>
              <a:gd name="p0x14" fmla="*/ 0 w 8205"/>
              <a:gd name="p0y14" fmla="*/ 80 h 1125"/>
              <a:gd name="p0x15" fmla="*/ 80 w 8205"/>
              <a:gd name="p0y15" fmla="*/ 0 h 1125"/>
              <a:gd name="p0x16" fmla="*/ 180 w 8205"/>
              <a:gd name="p0y16" fmla="*/ 0 h 11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5098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962025" y="1447800"/>
            <a:ext cx="38100" cy="381000"/>
          </a:xfrm>
          <a:custGeom>
            <a:avLst/>
            <a:gdLst>
              <a:gd name="sw" fmla="*/ 1 w 60"/>
              <a:gd name="sh" fmla="*/ 1 h 600"/>
              <a:gd name="mins" fmla="min sw sh"/>
              <a:gd name="dsw" fmla="+- 0 sw mins"/>
              <a:gd name="dsh" fmla="+- 0 sh mins"/>
              <a:gd name="p0x0" fmla="*/ 30 w 60"/>
              <a:gd name="p0y0" fmla="*/ 0 h 600"/>
              <a:gd name="p0x1" fmla="*/ 46 w 60"/>
              <a:gd name="p0y1" fmla="*/ 0 h 600"/>
              <a:gd name="p0x2" fmla="*/ 60 w 60"/>
              <a:gd name="p0y2" fmla="*/ 13 h 600"/>
              <a:gd name="p0x3" fmla="*/ 60 w 60"/>
              <a:gd name="p0y3" fmla="*/ 30 h 600"/>
              <a:gd name="p0x4" fmla="*/ 60 w 60"/>
              <a:gd name="p0y4" fmla="*/ 570 h 600"/>
              <a:gd name="p0x5" fmla="*/ 60 w 60"/>
              <a:gd name="p0y5" fmla="*/ 586 h 600"/>
              <a:gd name="p0x6" fmla="*/ 46 w 60"/>
              <a:gd name="p0y6" fmla="*/ 600 h 600"/>
              <a:gd name="p0x7" fmla="*/ 30 w 60"/>
              <a:gd name="p0y7" fmla="*/ 600 h 600"/>
              <a:gd name="p0x8" fmla="*/ 13 w 60"/>
              <a:gd name="p0y8" fmla="*/ 600 h 600"/>
              <a:gd name="p0x9" fmla="*/ 0 w 60"/>
              <a:gd name="p0y9" fmla="*/ 586 h 600"/>
              <a:gd name="p0x10" fmla="*/ 0 w 60"/>
              <a:gd name="p0y10" fmla="*/ 570 h 600"/>
              <a:gd name="p0x11" fmla="*/ 0 w 60"/>
              <a:gd name="p0y11" fmla="*/ 30 h 600"/>
              <a:gd name="p0x12" fmla="*/ 0 w 60"/>
              <a:gd name="p0y12" fmla="*/ 13 h 600"/>
              <a:gd name="p0x13" fmla="*/ 13 w 60"/>
              <a:gd name="p0y13" fmla="*/ 0 h 600"/>
              <a:gd name="p0x14" fmla="*/ 30 w 60"/>
              <a:gd name="p0y14" fmla="*/ 0 h 6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rgbClr val="2563EB"/>
              </a:gs>
              <a:gs pos="100000">
                <a:srgbClr val="10B981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152525" y="1493520"/>
            <a:ext cx="1543050" cy="2800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3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全托管代运营模式</a:t>
            </a:r>
            <a:endParaRPr sz="13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5"/>
            </p:custDataLst>
          </p:nvPr>
        </p:nvSpPr>
        <p:spPr>
          <a:xfrm>
            <a:off x="6214745" y="1280795"/>
            <a:ext cx="5210175" cy="714375"/>
          </a:xfrm>
          <a:custGeom>
            <a:avLst/>
            <a:gdLst>
              <a:gd name="sw" fmla="*/ 1 w 8205"/>
              <a:gd name="sh" fmla="*/ 1 h 1125"/>
              <a:gd name="mins" fmla="min sw sh"/>
              <a:gd name="dsw" fmla="+- 0 sw mins"/>
              <a:gd name="dsh" fmla="+- 0 sh mins"/>
              <a:gd name="p0x0" fmla="*/ 180 w 8205"/>
              <a:gd name="p0y0" fmla="*/ 0 h 1125"/>
              <a:gd name="p0x1" fmla="*/ 8025 w 8205"/>
              <a:gd name="p0y1" fmla="*/ 0 h 1125"/>
              <a:gd name="p0x2" fmla="*/ 8124 w 8205"/>
              <a:gd name="p0y2" fmla="*/ 0 h 1125"/>
              <a:gd name="p0x3" fmla="*/ 8205 w 8205"/>
              <a:gd name="p0y3" fmla="*/ 80 h 1125"/>
              <a:gd name="p0x4" fmla="*/ 8205 w 8205"/>
              <a:gd name="p0y4" fmla="*/ 180 h 1125"/>
              <a:gd name="p0x5" fmla="*/ 8205 w 8205"/>
              <a:gd name="p0y5" fmla="*/ 945 h 1125"/>
              <a:gd name="p0x6" fmla="*/ 8205 w 8205"/>
              <a:gd name="p0y6" fmla="*/ 1044 h 1125"/>
              <a:gd name="p0x7" fmla="*/ 8124 w 8205"/>
              <a:gd name="p0y7" fmla="*/ 1125 h 1125"/>
              <a:gd name="p0x8" fmla="*/ 8025 w 8205"/>
              <a:gd name="p0y8" fmla="*/ 1125 h 1125"/>
              <a:gd name="p0x9" fmla="*/ 180 w 8205"/>
              <a:gd name="p0y9" fmla="*/ 1125 h 1125"/>
              <a:gd name="p0x10" fmla="*/ 80 w 8205"/>
              <a:gd name="p0y10" fmla="*/ 1125 h 1125"/>
              <a:gd name="p0x11" fmla="*/ 0 w 8205"/>
              <a:gd name="p0y11" fmla="*/ 1044 h 1125"/>
              <a:gd name="p0x12" fmla="*/ 0 w 8205"/>
              <a:gd name="p0y12" fmla="*/ 945 h 1125"/>
              <a:gd name="p0x13" fmla="*/ 0 w 8205"/>
              <a:gd name="p0y13" fmla="*/ 180 h 1125"/>
              <a:gd name="p0x14" fmla="*/ 0 w 8205"/>
              <a:gd name="p0y14" fmla="*/ 80 h 1125"/>
              <a:gd name="p0x15" fmla="*/ 80 w 8205"/>
              <a:gd name="p0y15" fmla="*/ 0 h 1125"/>
              <a:gd name="p0x16" fmla="*/ 180 w 8205"/>
              <a:gd name="p0y16" fmla="*/ 0 h 11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5098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6"/>
            </p:custDataLst>
          </p:nvPr>
        </p:nvSpPr>
        <p:spPr>
          <a:xfrm>
            <a:off x="6410325" y="1447800"/>
            <a:ext cx="38100" cy="381000"/>
          </a:xfrm>
          <a:custGeom>
            <a:avLst/>
            <a:gdLst>
              <a:gd name="sw" fmla="*/ 1 w 60"/>
              <a:gd name="sh" fmla="*/ 1 h 600"/>
              <a:gd name="mins" fmla="min sw sh"/>
              <a:gd name="dsw" fmla="+- 0 sw mins"/>
              <a:gd name="dsh" fmla="+- 0 sh mins"/>
              <a:gd name="p0x0" fmla="*/ 30 w 60"/>
              <a:gd name="p0y0" fmla="*/ 0 h 600"/>
              <a:gd name="p0x1" fmla="*/ 46 w 60"/>
              <a:gd name="p0y1" fmla="*/ 0 h 600"/>
              <a:gd name="p0x2" fmla="*/ 60 w 60"/>
              <a:gd name="p0y2" fmla="*/ 13 h 600"/>
              <a:gd name="p0x3" fmla="*/ 60 w 60"/>
              <a:gd name="p0y3" fmla="*/ 30 h 600"/>
              <a:gd name="p0x4" fmla="*/ 60 w 60"/>
              <a:gd name="p0y4" fmla="*/ 570 h 600"/>
              <a:gd name="p0x5" fmla="*/ 60 w 60"/>
              <a:gd name="p0y5" fmla="*/ 586 h 600"/>
              <a:gd name="p0x6" fmla="*/ 46 w 60"/>
              <a:gd name="p0y6" fmla="*/ 600 h 600"/>
              <a:gd name="p0x7" fmla="*/ 30 w 60"/>
              <a:gd name="p0y7" fmla="*/ 600 h 600"/>
              <a:gd name="p0x8" fmla="*/ 13 w 60"/>
              <a:gd name="p0y8" fmla="*/ 600 h 600"/>
              <a:gd name="p0x9" fmla="*/ 0 w 60"/>
              <a:gd name="p0y9" fmla="*/ 586 h 600"/>
              <a:gd name="p0x10" fmla="*/ 0 w 60"/>
              <a:gd name="p0y10" fmla="*/ 570 h 600"/>
              <a:gd name="p0x11" fmla="*/ 0 w 60"/>
              <a:gd name="p0y11" fmla="*/ 30 h 600"/>
              <a:gd name="p0x12" fmla="*/ 0 w 60"/>
              <a:gd name="p0y12" fmla="*/ 13 h 600"/>
              <a:gd name="p0x13" fmla="*/ 13 w 60"/>
              <a:gd name="p0y13" fmla="*/ 0 h 600"/>
              <a:gd name="p0x14" fmla="*/ 30 w 60"/>
              <a:gd name="p0y14" fmla="*/ 0 h 6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rgbClr val="2563EB"/>
              </a:gs>
              <a:gs pos="100000">
                <a:srgbClr val="10B981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6600825" y="1493520"/>
            <a:ext cx="1327394" cy="2800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3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</a:t>
            </a:r>
            <a:r>
              <a:rPr lang="en-US" altLang="zh-CN" sz="13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3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咨询模式</a:t>
            </a:r>
            <a:endParaRPr lang="zh-CN" altLang="en-US" sz="13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8"/>
            </p:custDataLst>
          </p:nvPr>
        </p:nvSpPr>
        <p:spPr>
          <a:xfrm>
            <a:off x="766445" y="2195195"/>
            <a:ext cx="5210175" cy="714375"/>
          </a:xfrm>
          <a:custGeom>
            <a:avLst/>
            <a:gdLst>
              <a:gd name="sw" fmla="*/ 1 w 8205"/>
              <a:gd name="sh" fmla="*/ 1 h 1125"/>
              <a:gd name="mins" fmla="min sw sh"/>
              <a:gd name="dsw" fmla="+- 0 sw mins"/>
              <a:gd name="dsh" fmla="+- 0 sh mins"/>
              <a:gd name="p0x0" fmla="*/ 180 w 8205"/>
              <a:gd name="p0y0" fmla="*/ 0 h 1125"/>
              <a:gd name="p0x1" fmla="*/ 8025 w 8205"/>
              <a:gd name="p0y1" fmla="*/ 0 h 1125"/>
              <a:gd name="p0x2" fmla="*/ 8124 w 8205"/>
              <a:gd name="p0y2" fmla="*/ 0 h 1125"/>
              <a:gd name="p0x3" fmla="*/ 8205 w 8205"/>
              <a:gd name="p0y3" fmla="*/ 80 h 1125"/>
              <a:gd name="p0x4" fmla="*/ 8205 w 8205"/>
              <a:gd name="p0y4" fmla="*/ 180 h 1125"/>
              <a:gd name="p0x5" fmla="*/ 8205 w 8205"/>
              <a:gd name="p0y5" fmla="*/ 945 h 1125"/>
              <a:gd name="p0x6" fmla="*/ 8205 w 8205"/>
              <a:gd name="p0y6" fmla="*/ 1044 h 1125"/>
              <a:gd name="p0x7" fmla="*/ 8124 w 8205"/>
              <a:gd name="p0y7" fmla="*/ 1125 h 1125"/>
              <a:gd name="p0x8" fmla="*/ 8025 w 8205"/>
              <a:gd name="p0y8" fmla="*/ 1125 h 1125"/>
              <a:gd name="p0x9" fmla="*/ 180 w 8205"/>
              <a:gd name="p0y9" fmla="*/ 1125 h 1125"/>
              <a:gd name="p0x10" fmla="*/ 80 w 8205"/>
              <a:gd name="p0y10" fmla="*/ 1125 h 1125"/>
              <a:gd name="p0x11" fmla="*/ 0 w 8205"/>
              <a:gd name="p0y11" fmla="*/ 1044 h 1125"/>
              <a:gd name="p0x12" fmla="*/ 0 w 8205"/>
              <a:gd name="p0y12" fmla="*/ 945 h 1125"/>
              <a:gd name="p0x13" fmla="*/ 0 w 8205"/>
              <a:gd name="p0y13" fmla="*/ 180 h 1125"/>
              <a:gd name="p0x14" fmla="*/ 0 w 8205"/>
              <a:gd name="p0y14" fmla="*/ 80 h 1125"/>
              <a:gd name="p0x15" fmla="*/ 80 w 8205"/>
              <a:gd name="p0y15" fmla="*/ 0 h 1125"/>
              <a:gd name="p0x16" fmla="*/ 180 w 8205"/>
              <a:gd name="p0y16" fmla="*/ 0 h 11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5098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9"/>
            </p:custDataLst>
          </p:nvPr>
        </p:nvSpPr>
        <p:spPr>
          <a:xfrm>
            <a:off x="962025" y="2362200"/>
            <a:ext cx="38100" cy="381000"/>
          </a:xfrm>
          <a:custGeom>
            <a:avLst/>
            <a:gdLst>
              <a:gd name="sw" fmla="*/ 1 w 60"/>
              <a:gd name="sh" fmla="*/ 1 h 600"/>
              <a:gd name="mins" fmla="min sw sh"/>
              <a:gd name="dsw" fmla="+- 0 sw mins"/>
              <a:gd name="dsh" fmla="+- 0 sh mins"/>
              <a:gd name="p0x0" fmla="*/ 30 w 60"/>
              <a:gd name="p0y0" fmla="*/ 0 h 600"/>
              <a:gd name="p0x1" fmla="*/ 46 w 60"/>
              <a:gd name="p0y1" fmla="*/ 0 h 600"/>
              <a:gd name="p0x2" fmla="*/ 60 w 60"/>
              <a:gd name="p0y2" fmla="*/ 13 h 600"/>
              <a:gd name="p0x3" fmla="*/ 60 w 60"/>
              <a:gd name="p0y3" fmla="*/ 30 h 600"/>
              <a:gd name="p0x4" fmla="*/ 60 w 60"/>
              <a:gd name="p0y4" fmla="*/ 570 h 600"/>
              <a:gd name="p0x5" fmla="*/ 60 w 60"/>
              <a:gd name="p0y5" fmla="*/ 586 h 600"/>
              <a:gd name="p0x6" fmla="*/ 46 w 60"/>
              <a:gd name="p0y6" fmla="*/ 600 h 600"/>
              <a:gd name="p0x7" fmla="*/ 30 w 60"/>
              <a:gd name="p0y7" fmla="*/ 600 h 600"/>
              <a:gd name="p0x8" fmla="*/ 13 w 60"/>
              <a:gd name="p0y8" fmla="*/ 600 h 600"/>
              <a:gd name="p0x9" fmla="*/ 0 w 60"/>
              <a:gd name="p0y9" fmla="*/ 586 h 600"/>
              <a:gd name="p0x10" fmla="*/ 0 w 60"/>
              <a:gd name="p0y10" fmla="*/ 570 h 600"/>
              <a:gd name="p0x11" fmla="*/ 0 w 60"/>
              <a:gd name="p0y11" fmla="*/ 30 h 600"/>
              <a:gd name="p0x12" fmla="*/ 0 w 60"/>
              <a:gd name="p0y12" fmla="*/ 13 h 600"/>
              <a:gd name="p0x13" fmla="*/ 13 w 60"/>
              <a:gd name="p0y13" fmla="*/ 0 h 600"/>
              <a:gd name="p0x14" fmla="*/ 30 w 60"/>
              <a:gd name="p0y14" fmla="*/ 0 h 6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rgbClr val="2563EB"/>
              </a:gs>
              <a:gs pos="100000">
                <a:srgbClr val="10B981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1152525" y="2407920"/>
            <a:ext cx="1371600" cy="2800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3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定制化解决方案</a:t>
            </a:r>
            <a:endParaRPr sz="13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1"/>
            </p:custDataLst>
          </p:nvPr>
        </p:nvSpPr>
        <p:spPr>
          <a:xfrm>
            <a:off x="6214745" y="2195195"/>
            <a:ext cx="5210175" cy="714375"/>
          </a:xfrm>
          <a:custGeom>
            <a:avLst/>
            <a:gdLst>
              <a:gd name="sw" fmla="*/ 1 w 8205"/>
              <a:gd name="sh" fmla="*/ 1 h 1125"/>
              <a:gd name="mins" fmla="min sw sh"/>
              <a:gd name="dsw" fmla="+- 0 sw mins"/>
              <a:gd name="dsh" fmla="+- 0 sh mins"/>
              <a:gd name="p0x0" fmla="*/ 180 w 8205"/>
              <a:gd name="p0y0" fmla="*/ 0 h 1125"/>
              <a:gd name="p0x1" fmla="*/ 8025 w 8205"/>
              <a:gd name="p0y1" fmla="*/ 0 h 1125"/>
              <a:gd name="p0x2" fmla="*/ 8124 w 8205"/>
              <a:gd name="p0y2" fmla="*/ 0 h 1125"/>
              <a:gd name="p0x3" fmla="*/ 8205 w 8205"/>
              <a:gd name="p0y3" fmla="*/ 80 h 1125"/>
              <a:gd name="p0x4" fmla="*/ 8205 w 8205"/>
              <a:gd name="p0y4" fmla="*/ 180 h 1125"/>
              <a:gd name="p0x5" fmla="*/ 8205 w 8205"/>
              <a:gd name="p0y5" fmla="*/ 945 h 1125"/>
              <a:gd name="p0x6" fmla="*/ 8205 w 8205"/>
              <a:gd name="p0y6" fmla="*/ 1044 h 1125"/>
              <a:gd name="p0x7" fmla="*/ 8124 w 8205"/>
              <a:gd name="p0y7" fmla="*/ 1125 h 1125"/>
              <a:gd name="p0x8" fmla="*/ 8025 w 8205"/>
              <a:gd name="p0y8" fmla="*/ 1125 h 1125"/>
              <a:gd name="p0x9" fmla="*/ 180 w 8205"/>
              <a:gd name="p0y9" fmla="*/ 1125 h 1125"/>
              <a:gd name="p0x10" fmla="*/ 80 w 8205"/>
              <a:gd name="p0y10" fmla="*/ 1125 h 1125"/>
              <a:gd name="p0x11" fmla="*/ 0 w 8205"/>
              <a:gd name="p0y11" fmla="*/ 1044 h 1125"/>
              <a:gd name="p0x12" fmla="*/ 0 w 8205"/>
              <a:gd name="p0y12" fmla="*/ 945 h 1125"/>
              <a:gd name="p0x13" fmla="*/ 0 w 8205"/>
              <a:gd name="p0y13" fmla="*/ 180 h 1125"/>
              <a:gd name="p0x14" fmla="*/ 0 w 8205"/>
              <a:gd name="p0y14" fmla="*/ 80 h 1125"/>
              <a:gd name="p0x15" fmla="*/ 80 w 8205"/>
              <a:gd name="p0y15" fmla="*/ 0 h 1125"/>
              <a:gd name="p0x16" fmla="*/ 180 w 8205"/>
              <a:gd name="p0y16" fmla="*/ 0 h 11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85098"/>
            </a:srgbClr>
          </a:solidFill>
          <a:ln w="9525" cmpd="sng">
            <a:solidFill>
              <a:srgbClr val="2563EB">
                <a:alpha val="10196"/>
              </a:srgbClr>
            </a:solidFill>
            <a:prstDash val="solid"/>
          </a:ln>
          <a:effectLst>
            <a:outerShdw blurRad="114300" dist="19050" dir="5399999" algn="ctr" rotWithShape="0">
              <a:srgbClr val="2563E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12"/>
            </p:custDataLst>
          </p:nvPr>
        </p:nvSpPr>
        <p:spPr>
          <a:xfrm>
            <a:off x="6410325" y="2362200"/>
            <a:ext cx="38100" cy="381000"/>
          </a:xfrm>
          <a:custGeom>
            <a:avLst/>
            <a:gdLst>
              <a:gd name="sw" fmla="*/ 1 w 60"/>
              <a:gd name="sh" fmla="*/ 1 h 600"/>
              <a:gd name="mins" fmla="min sw sh"/>
              <a:gd name="dsw" fmla="+- 0 sw mins"/>
              <a:gd name="dsh" fmla="+- 0 sh mins"/>
              <a:gd name="p0x0" fmla="*/ 30 w 60"/>
              <a:gd name="p0y0" fmla="*/ 0 h 600"/>
              <a:gd name="p0x1" fmla="*/ 46 w 60"/>
              <a:gd name="p0y1" fmla="*/ 0 h 600"/>
              <a:gd name="p0x2" fmla="*/ 60 w 60"/>
              <a:gd name="p0y2" fmla="*/ 13 h 600"/>
              <a:gd name="p0x3" fmla="*/ 60 w 60"/>
              <a:gd name="p0y3" fmla="*/ 30 h 600"/>
              <a:gd name="p0x4" fmla="*/ 60 w 60"/>
              <a:gd name="p0y4" fmla="*/ 570 h 600"/>
              <a:gd name="p0x5" fmla="*/ 60 w 60"/>
              <a:gd name="p0y5" fmla="*/ 586 h 600"/>
              <a:gd name="p0x6" fmla="*/ 46 w 60"/>
              <a:gd name="p0y6" fmla="*/ 600 h 600"/>
              <a:gd name="p0x7" fmla="*/ 30 w 60"/>
              <a:gd name="p0y7" fmla="*/ 600 h 600"/>
              <a:gd name="p0x8" fmla="*/ 13 w 60"/>
              <a:gd name="p0y8" fmla="*/ 600 h 600"/>
              <a:gd name="p0x9" fmla="*/ 0 w 60"/>
              <a:gd name="p0y9" fmla="*/ 586 h 600"/>
              <a:gd name="p0x10" fmla="*/ 0 w 60"/>
              <a:gd name="p0y10" fmla="*/ 570 h 600"/>
              <a:gd name="p0x11" fmla="*/ 0 w 60"/>
              <a:gd name="p0y11" fmla="*/ 30 h 600"/>
              <a:gd name="p0x12" fmla="*/ 0 w 60"/>
              <a:gd name="p0y12" fmla="*/ 13 h 600"/>
              <a:gd name="p0x13" fmla="*/ 13 w 60"/>
              <a:gd name="p0y13" fmla="*/ 0 h 600"/>
              <a:gd name="p0x14" fmla="*/ 30 w 60"/>
              <a:gd name="p0y14" fmla="*/ 0 h 6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rgbClr val="2563EB"/>
              </a:gs>
              <a:gs pos="100000">
                <a:srgbClr val="10B981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6600825" y="2407920"/>
            <a:ext cx="1200150" cy="2800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3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合资公司模式</a:t>
            </a:r>
            <a:endParaRPr sz="13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4"/>
            </p:custDataLst>
          </p:nvPr>
        </p:nvSpPr>
        <p:spPr>
          <a:xfrm>
            <a:off x="3667125" y="3143250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rgbClr val="2563EB"/>
              </a:gs>
              <a:gs pos="100000">
                <a:srgbClr val="10B981"/>
              </a:gs>
            </a:gsLst>
            <a:lin ang="2700000"/>
          </a:gradFill>
          <a:ln>
            <a:noFill/>
          </a:ln>
          <a:effectLst>
            <a:outerShdw blurRad="85725" dist="19050" dir="5399999" algn="ctr" rotWithShape="0">
              <a:srgbClr val="2563EB">
                <a:alpha val="3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3784254" y="3202305"/>
            <a:ext cx="184842" cy="1866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4048125" y="3185160"/>
            <a:ext cx="66675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需求沟通</a:t>
            </a:r>
            <a:endParaRPr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l="-21429" t="-11538" r="-21429" b="-11538"/>
          <a:stretch>
            <a:fillRect/>
          </a:stretch>
        </p:blipFill>
        <p:spPr>
          <a:xfrm>
            <a:off x="4733925" y="3219450"/>
            <a:ext cx="95250" cy="152400"/>
          </a:xfrm>
          <a:prstGeom prst="rect">
            <a:avLst/>
          </a:prstGeom>
        </p:spPr>
      </p:pic>
      <p:sp>
        <p:nvSpPr>
          <p:cNvPr id="19" name="任意多边形 18"/>
          <p:cNvSpPr/>
          <p:nvPr>
            <p:custDataLst>
              <p:tags r:id="rId20"/>
            </p:custDataLst>
          </p:nvPr>
        </p:nvSpPr>
        <p:spPr>
          <a:xfrm>
            <a:off x="4981575" y="3143250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rgbClr val="2563EB"/>
              </a:gs>
              <a:gs pos="100000">
                <a:srgbClr val="10B981"/>
              </a:gs>
            </a:gsLst>
            <a:lin ang="2700000"/>
          </a:gradFill>
          <a:ln>
            <a:noFill/>
          </a:ln>
          <a:effectLst>
            <a:outerShdw blurRad="85725" dist="19050" dir="5399999" algn="ctr" rotWithShape="0">
              <a:srgbClr val="2563EB">
                <a:alpha val="3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21"/>
            </p:custDataLst>
          </p:nvPr>
        </p:nvSpPr>
        <p:spPr>
          <a:xfrm>
            <a:off x="5098704" y="3202305"/>
            <a:ext cx="184842" cy="1866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2"/>
            </p:custDataLst>
          </p:nvPr>
        </p:nvSpPr>
        <p:spPr>
          <a:xfrm>
            <a:off x="5362575" y="3185160"/>
            <a:ext cx="66675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定制方案</a:t>
            </a:r>
            <a:endParaRPr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l="-21429" t="-11538" r="-21429" b="-11538"/>
          <a:stretch>
            <a:fillRect/>
          </a:stretch>
        </p:blipFill>
        <p:spPr>
          <a:xfrm>
            <a:off x="6048375" y="3219450"/>
            <a:ext cx="95250" cy="152400"/>
          </a:xfrm>
          <a:prstGeom prst="rect">
            <a:avLst/>
          </a:prstGeom>
        </p:spPr>
      </p:pic>
      <p:sp>
        <p:nvSpPr>
          <p:cNvPr id="23" name="任意多边形 22"/>
          <p:cNvSpPr/>
          <p:nvPr>
            <p:custDataLst>
              <p:tags r:id="rId24"/>
            </p:custDataLst>
          </p:nvPr>
        </p:nvSpPr>
        <p:spPr>
          <a:xfrm>
            <a:off x="6296025" y="3143250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rgbClr val="2563EB"/>
              </a:gs>
              <a:gs pos="100000">
                <a:srgbClr val="10B981"/>
              </a:gs>
            </a:gsLst>
            <a:lin ang="2700000"/>
          </a:gradFill>
          <a:ln>
            <a:noFill/>
          </a:ln>
          <a:effectLst>
            <a:outerShdw blurRad="85725" dist="19050" dir="5399999" algn="ctr" rotWithShape="0">
              <a:srgbClr val="2563EB">
                <a:alpha val="3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5"/>
            </p:custDataLst>
          </p:nvPr>
        </p:nvSpPr>
        <p:spPr>
          <a:xfrm>
            <a:off x="6413154" y="3202305"/>
            <a:ext cx="184842" cy="1866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6"/>
            </p:custDataLst>
          </p:nvPr>
        </p:nvSpPr>
        <p:spPr>
          <a:xfrm>
            <a:off x="6677025" y="3185160"/>
            <a:ext cx="66675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案例交流</a:t>
            </a:r>
            <a:endParaRPr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l="-21429" t="-11538" r="-21429" b="-11538"/>
          <a:stretch>
            <a:fillRect/>
          </a:stretch>
        </p:blipFill>
        <p:spPr>
          <a:xfrm>
            <a:off x="7362825" y="3219450"/>
            <a:ext cx="95250" cy="152400"/>
          </a:xfrm>
          <a:prstGeom prst="rect">
            <a:avLst/>
          </a:prstGeom>
        </p:spPr>
      </p:pic>
      <p:sp>
        <p:nvSpPr>
          <p:cNvPr id="27" name="任意多边形 26"/>
          <p:cNvSpPr/>
          <p:nvPr>
            <p:custDataLst>
              <p:tags r:id="rId28"/>
            </p:custDataLst>
          </p:nvPr>
        </p:nvSpPr>
        <p:spPr>
          <a:xfrm>
            <a:off x="7610475" y="3143250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rgbClr val="2563EB"/>
              </a:gs>
              <a:gs pos="100000">
                <a:srgbClr val="10B981"/>
              </a:gs>
            </a:gsLst>
            <a:lin ang="2700000"/>
          </a:gradFill>
          <a:ln>
            <a:noFill/>
          </a:ln>
          <a:effectLst>
            <a:outerShdw blurRad="85725" dist="19050" dir="5399999" algn="ctr" rotWithShape="0">
              <a:srgbClr val="2563EB">
                <a:alpha val="3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9"/>
            </p:custDataLst>
          </p:nvPr>
        </p:nvSpPr>
        <p:spPr>
          <a:xfrm>
            <a:off x="7727604" y="3202305"/>
            <a:ext cx="184842" cy="1866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30"/>
            </p:custDataLst>
          </p:nvPr>
        </p:nvSpPr>
        <p:spPr>
          <a:xfrm>
            <a:off x="7991475" y="3185160"/>
            <a:ext cx="66675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试点验证</a:t>
            </a:r>
            <a:endParaRPr sz="10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1"/>
            </p:custDataLst>
          </p:nvPr>
        </p:nvSpPr>
        <p:spPr>
          <a:xfrm>
            <a:off x="3010052" y="3947160"/>
            <a:ext cx="617190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3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期待与您携手，共同把握</a:t>
            </a:r>
            <a:r>
              <a:rPr lang="en-US" altLang="zh-CN" sz="13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35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新媒体时代的增长机遇，实现商业价值的最大化！</a:t>
            </a:r>
            <a:endParaRPr lang="zh-CN" altLang="en-US" sz="135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32"/>
            </p:custDataLst>
          </p:nvPr>
        </p:nvSpPr>
        <p:spPr>
          <a:xfrm>
            <a:off x="4076700" y="4413885"/>
            <a:ext cx="4735195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联系电话：</a:t>
            </a:r>
            <a:r>
              <a:rPr lang="en-US" altLang="zh-CN"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9956578189   |   </a:t>
            </a:r>
            <a:r>
              <a:rPr lang="zh-CN" altLang="en-US"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邮箱：</a:t>
            </a:r>
            <a:r>
              <a:rPr lang="en-US" altLang="zh-CN"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2455394908</a:t>
            </a:r>
            <a:r>
              <a:rPr lang="en-US" altLang="zh-CN"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@qq.com</a:t>
            </a:r>
            <a:endParaRPr lang="en-US" altLang="zh-CN" sz="12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1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</p:tagLst>
</file>

<file path=ppt/tags/tag1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2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8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9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0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3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4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45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46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47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48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49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50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51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52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53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54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55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5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8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59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6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6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6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7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7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7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7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7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7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7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7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7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7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8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81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8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8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84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85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8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87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88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8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9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91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9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9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94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9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96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97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9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9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100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10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10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0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10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05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10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0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0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0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1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11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</p:tagLst>
</file>

<file path=ppt/tags/tag11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13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11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1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1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1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18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119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12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21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23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12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i"/>
  <p:tag name="KSO_WM_UNIT_INDEX" val="57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i"/>
  <p:tag name="KSO_WM_UNIT_INDEX" val="65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i"/>
  <p:tag name="KSO_WM_UNIT_INDEX" val="67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i"/>
  <p:tag name="KSO_WM_UNIT_INDEX" val="72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i"/>
  <p:tag name="KSO_WM_UNIT_INDEX" val="78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i"/>
  <p:tag name="KSO_WM_UNIT_INDEX" val="73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i"/>
  <p:tag name="KSO_WM_UNIT_INDEX" val="74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i"/>
  <p:tag name="KSO_WM_UNIT_INDEX" val="75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i"/>
  <p:tag name="KSO_WM_UNIT_INDEX" val="76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i"/>
  <p:tag name="KSO_WM_UNIT_INDEX" val="80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i"/>
  <p:tag name="KSO_WM_UNIT_INDEX" val="82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i"/>
  <p:tag name="KSO_WM_UNIT_INDEX" val="84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i"/>
  <p:tag name="KSO_WM_UNIT_INDEX" val="86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i"/>
  <p:tag name="KSO_WM_UNIT_INDEX" val="57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i"/>
  <p:tag name="KSO_WM_UNIT_INDEX" val="72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i"/>
  <p:tag name="KSO_WM_UNIT_INDEX" val="65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i"/>
  <p:tag name="KSO_WM_UNIT_INDEX" val="67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i"/>
  <p:tag name="KSO_WM_UNIT_INDEX" val="80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i"/>
  <p:tag name="KSO_WM_UNIT_INDEX" val="78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i"/>
  <p:tag name="KSO_WM_UNIT_INDEX" val="73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i"/>
  <p:tag name="KSO_WM_UNIT_INDEX" val="74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i"/>
  <p:tag name="KSO_WM_UNIT_INDEX" val="75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i"/>
  <p:tag name="KSO_WM_UNIT_INDEX" val="76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329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36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37.xml><?xml version="1.0" encoding="utf-8"?>
<p:tagLst xmlns:p="http://schemas.openxmlformats.org/presentationml/2006/main">
  <p:tag name="KSO_WM_UNIT_TYPE" val="b"/>
  <p:tag name="KSO_WM_UNIT_INDEX" val="2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341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</p:tagLst>
</file>

<file path=ppt/tags/tag342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343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34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47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348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35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54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</p:tagLst>
</file>

<file path=ppt/tags/tag356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360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61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</p:tagLst>
</file>

<file path=ppt/tags/tag362.xml><?xml version="1.0" encoding="utf-8"?>
<p:tagLst xmlns:p="http://schemas.openxmlformats.org/presentationml/2006/main">
  <p:tag name="KSO_WM_UNIT_TYPE" val="i"/>
  <p:tag name="KSO_WM_UNIT_INDEX" val="61"/>
  <p:tag name="KSO_WM_BEAUTIFY_FLAG" val="#wm#"/>
  <p:tag name="KSO_WM_TAG_VERSION" val="3.0"/>
</p:tagLst>
</file>

<file path=ppt/tags/tag363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</p:tagLst>
</file>

<file path=ppt/tags/tag364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65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66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67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68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</p:tagLst>
</file>

<file path=ppt/tags/tag369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37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37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37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7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7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7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7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7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7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7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8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8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8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8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8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8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8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8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8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8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9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9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9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9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9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95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9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9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9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9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00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40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02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40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04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40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06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407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40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09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410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11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412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413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414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415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416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417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418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419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42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2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42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2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2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2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2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2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2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2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3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3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3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3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3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3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3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3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3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3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4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4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4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4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4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4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4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4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4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4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5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5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452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45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5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45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5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5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5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5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6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6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6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6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6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6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66.xml><?xml version="1.0" encoding="utf-8"?>
<p:tagLst xmlns:p="http://schemas.openxmlformats.org/presentationml/2006/main">
  <p:tag name="KSO_WM_UNIT_TYPE" val="b"/>
  <p:tag name="KSO_WM_UNIT_INDEX" val="2"/>
  <p:tag name="KSO_WM_BEAUTIFY_FLAG" val="#wm#"/>
  <p:tag name="KSO_WM_TAG_VERSION" val="3.0"/>
</p:tagLst>
</file>

<file path=ppt/tags/tag46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6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6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7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7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7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7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74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75.xml><?xml version="1.0" encoding="utf-8"?>
<p:tagLst xmlns:p="http://schemas.openxmlformats.org/presentationml/2006/main">
  <p:tag name="KSO_WM_UNIT_TYPE" val="b"/>
  <p:tag name="KSO_WM_UNIT_INDEX" val="3"/>
  <p:tag name="KSO_WM_BEAUTIFY_FLAG" val="#wm#"/>
  <p:tag name="KSO_WM_TAG_VERSION" val="3.0"/>
</p:tagLst>
</file>

<file path=ppt/tags/tag47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7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7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7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80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48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8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8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8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8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8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48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8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8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9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9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9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9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9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9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9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9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98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99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0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0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0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503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50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505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06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50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0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0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1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1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1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1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1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1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1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1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1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1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2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</p:tagLst>
</file>

<file path=ppt/tags/tag52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52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52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2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2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26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52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2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2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3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31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</p:tagLst>
</file>

<file path=ppt/tags/tag53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3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3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3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36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53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3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3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4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41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54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43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54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4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4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47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54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49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55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55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5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5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55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5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5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557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55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5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60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61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56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563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56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565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566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567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56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56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57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7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7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7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7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7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7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7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7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7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8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8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8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8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8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58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8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8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88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58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9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9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92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59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9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9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9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9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2087</Words>
  <Application>WPS 演示</Application>
  <PresentationFormat>宽屏</PresentationFormat>
  <Paragraphs>626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宋体</vt:lpstr>
      <vt:lpstr>Wingdings</vt:lpstr>
      <vt:lpstr>黑体</vt:lpstr>
      <vt:lpstr>微软雅黑</vt:lpstr>
      <vt:lpstr>Calibri</vt:lpstr>
      <vt:lpstr>Arial Unicode MS</vt:lpstr>
      <vt:lpstr>Calibri Light</vt:lpstr>
      <vt:lpstr>Arial Black</vt:lpstr>
      <vt:lpstr>Office 主题​​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Jalin Pan</cp:lastModifiedBy>
  <cp:revision>9</cp:revision>
  <dcterms:created xsi:type="dcterms:W3CDTF">2026-03-17T04:40:00Z</dcterms:created>
  <dcterms:modified xsi:type="dcterms:W3CDTF">2026-03-17T07:44:47Z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2052-12.1.0.25222</vt:lpwstr>
  </property>
  <property fmtid="{D5CDD505-2E9C-101B-9397-08002B2CF9AE}" pid="3" name="ICV">
    <vt:lpwstr/>
  </property>
</Properties>
</file>